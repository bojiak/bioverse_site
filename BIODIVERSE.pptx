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Nunito" pitchFamily="2" charset="0"/>
      <p:regular r:id="rId20"/>
      <p:bold r:id="rId21"/>
      <p:italic r:id="rId22"/>
      <p:boldItalic r:id="rId23"/>
    </p:embeddedFont>
    <p:embeddedFont>
      <p:font typeface="PT Sans" panose="020B0503020203020204" pitchFamily="34" charset="0"/>
      <p:regular r:id="rId24"/>
      <p:bold r:id="rId25"/>
      <p:italic r:id="rId26"/>
      <p:boldItalic r:id="rId27"/>
    </p:embeddedFont>
    <p:embeddedFont>
      <p:font typeface="Roboto Slab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ru4TWxCP9NXUv8NXG0ZIChrVT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o-RO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>
                  <a:shade val="53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7C3E-4376-A241-804CB2B5E870}"/>
              </c:ext>
            </c:extLst>
          </c:dPt>
          <c:dPt>
            <c:idx val="1"/>
            <c:bubble3D val="0"/>
            <c:spPr>
              <a:solidFill>
                <a:schemeClr val="accent4">
                  <a:shade val="76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7C3E-4376-A241-804CB2B5E870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C3E-4376-A241-804CB2B5E870}"/>
              </c:ext>
            </c:extLst>
          </c:dPt>
          <c:dPt>
            <c:idx val="3"/>
            <c:bubble3D val="0"/>
            <c:spPr>
              <a:solidFill>
                <a:schemeClr val="accent4">
                  <a:tint val="77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C3E-4376-A241-804CB2B5E870}"/>
              </c:ext>
            </c:extLst>
          </c:dPt>
          <c:dPt>
            <c:idx val="4"/>
            <c:bubble3D val="0"/>
            <c:spPr>
              <a:solidFill>
                <a:schemeClr val="accent4">
                  <a:tint val="54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C3E-4376-A241-804CB2B5E870}"/>
              </c:ext>
            </c:extLst>
          </c:dPt>
          <c:dLbls>
            <c:dLbl>
              <c:idx val="0"/>
              <c:layout>
                <c:manualLayout>
                  <c:x val="-8.3333333333334859E-3"/>
                  <c:y val="1.185688644697194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C540C6C-A3B8-4CBA-8F8B-7F8640DDF139}" type="CATEGORYNAME">
                      <a:rPr lang="en-US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[NUME CATEGORIE]</a:t>
                    </a:fld>
                    <a:r>
                      <a:rPr lang="en-US" baseline="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</a:t>
                    </a:r>
                    <a:fld id="{05820A1F-5D26-4E5A-A088-D97E87E7CA8E}" type="PERCENTAGE">
                      <a:rPr lang="en-US" baseline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[PROCENT]</a:t>
                    </a:fld>
                    <a:endParaRPr lang="en-US" baseline="0" dirty="0">
                      <a:solidFill>
                        <a:schemeClr val="accent4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C3E-4376-A241-804CB2B5E870}"/>
                </c:ext>
              </c:extLst>
            </c:dLbl>
            <c:dLbl>
              <c:idx val="1"/>
              <c:layout>
                <c:manualLayout>
                  <c:x val="2.5000000000000001E-2"/>
                  <c:y val="-6.224865384660269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967227F-0B8F-4E3C-BAAB-E565FD124C68}" type="CATEGORYNAME">
                      <a:rPr lang="en-US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[NUME CATEGORIE]</a:t>
                    </a:fld>
                    <a:r>
                      <a:rPr lang="en-US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</a:t>
                    </a:r>
                    <a:fld id="{6E29D78C-D266-4412-9E6B-BAD1695CFF4C}" type="PERCENTAGE">
                      <a:rPr lang="en-US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[PROCENT]</a:t>
                    </a:fld>
                    <a:endParaRPr lang="en-US" baseline="0" dirty="0">
                      <a:solidFill>
                        <a:schemeClr val="accent4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C3E-4376-A241-804CB2B5E870}"/>
                </c:ext>
              </c:extLst>
            </c:dLbl>
            <c:dLbl>
              <c:idx val="2"/>
              <c:layout>
                <c:manualLayout>
                  <c:x val="-8.3333333333333332E-3"/>
                  <c:y val="5.9284432234859713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040FEA8-4E1A-4D56-A66A-D585D16A54D0}" type="CATEGORYNAME">
                      <a:rPr lang="en-US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[NUME CATEGORIE]</a:t>
                    </a:fld>
                    <a:r>
                      <a:rPr lang="en-US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</a:t>
                    </a:r>
                    <a:fld id="{3D688463-D4D7-4665-B1FF-05D503E42E7F}" type="PERCENTAGE">
                      <a:rPr lang="en-US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[PROCENT]</a:t>
                    </a:fld>
                    <a:endParaRPr lang="en-US" baseline="0" dirty="0">
                      <a:solidFill>
                        <a:schemeClr val="accent4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C3E-4376-A241-804CB2B5E870}"/>
                </c:ext>
              </c:extLst>
            </c:dLbl>
            <c:dLbl>
              <c:idx val="3"/>
              <c:layout>
                <c:manualLayout>
                  <c:x val="-2.0833333333333333E-3"/>
                  <c:y val="7.1141318681831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734564B-0FCD-4C7C-A198-8746705D5E0F}" type="CATEGORYNAME">
                      <a:rPr lang="en-US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[NUME CATEGORIE]</a:t>
                    </a:fld>
                    <a:r>
                      <a:rPr lang="en-US" baseline="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</a:t>
                    </a:r>
                    <a:fld id="{035CD6B4-AA28-45F7-B91D-B2EE9179CD88}" type="PERCENTAGE">
                      <a:rPr lang="en-US" baseline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[PROCENT]</a:t>
                    </a:fld>
                    <a:endParaRPr lang="en-US" baseline="0" dirty="0">
                      <a:solidFill>
                        <a:schemeClr val="accent4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C3E-4376-A241-804CB2B5E870}"/>
                </c:ext>
              </c:extLst>
            </c:dLbl>
            <c:dLbl>
              <c:idx val="4"/>
              <c:layout>
                <c:manualLayout>
                  <c:x val="-9.7916666666666666E-2"/>
                  <c:y val="3.1250364692619551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4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B1F8ED9-C5BC-4C82-8705-6A9229C02383}" type="CATEGORYNAME">
                      <a:rPr lang="it-IT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[NUME CATEGORIE]</a:t>
                    </a:fld>
                    <a:r>
                      <a:rPr lang="it-IT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
</a:t>
                    </a:r>
                    <a:fld id="{E9955D08-FDDD-490D-AD99-9EBC15CABB47}" type="PERCENTAGE">
                      <a:rPr lang="it-IT" baseline="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pPr>
                        <a:defRPr>
                          <a:solidFill>
                            <a:schemeClr val="accent4"/>
                          </a:solidFill>
                        </a:defRPr>
                      </a:pPr>
                      <a:t>[PROCENT]</a:t>
                    </a:fld>
                    <a:endParaRPr lang="it-IT" baseline="0" dirty="0">
                      <a:solidFill>
                        <a:schemeClr val="accent4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C3E-4376-A241-804CB2B5E870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Laborator si echipamente</c:v>
                </c:pt>
                <c:pt idx="1">
                  <c:v>Materii prime naturale</c:v>
                </c:pt>
                <c:pt idx="2">
                  <c:v>Marketing si Promovare</c:v>
                </c:pt>
                <c:pt idx="3">
                  <c:v>Logistica si ambalaje </c:v>
                </c:pt>
                <c:pt idx="4">
                  <c:v>Dezvoltare software si magazin online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0.3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Buget Estimativ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7C3E-4376-A241-804CB2B5E870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LID4096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9" name="Google Shape;5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rot="5400000" flipH="1">
            <a:off x="-967138" y="-660240"/>
            <a:ext cx="3038644" cy="2951931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/>
          <p:nvPr/>
        </p:nvSpPr>
        <p:spPr>
          <a:xfrm rot="-5400000" flipH="1">
            <a:off x="6748613" y="2614647"/>
            <a:ext cx="3371468" cy="3006775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>
            <a:spLocks noGrp="1"/>
          </p:cNvSpPr>
          <p:nvPr>
            <p:ph type="title"/>
          </p:nvPr>
        </p:nvSpPr>
        <p:spPr>
          <a:xfrm>
            <a:off x="1809450" y="1238300"/>
            <a:ext cx="5525100" cy="12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687500" y="2533300"/>
            <a:ext cx="5429400" cy="13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8"/>
          <p:cNvSpPr/>
          <p:nvPr/>
        </p:nvSpPr>
        <p:spPr>
          <a:xfrm rot="10800000" flipH="1">
            <a:off x="7216873" y="-16130"/>
            <a:ext cx="1964725" cy="175220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/>
          <p:nvPr/>
        </p:nvSpPr>
        <p:spPr>
          <a:xfrm flipH="1">
            <a:off x="-8002" y="3468520"/>
            <a:ext cx="1964725" cy="175220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 rot="-5400000">
            <a:off x="4165013" y="220694"/>
            <a:ext cx="5263695" cy="4694319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9"/>
          <p:cNvSpPr/>
          <p:nvPr/>
        </p:nvSpPr>
        <p:spPr>
          <a:xfrm>
            <a:off x="4707875" y="0"/>
            <a:ext cx="4436125" cy="2159800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9"/>
          <p:cNvSpPr/>
          <p:nvPr/>
        </p:nvSpPr>
        <p:spPr>
          <a:xfrm rot="5400000">
            <a:off x="-278085" y="280128"/>
            <a:ext cx="5141489" cy="4585332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9"/>
          <p:cNvSpPr/>
          <p:nvPr/>
        </p:nvSpPr>
        <p:spPr>
          <a:xfrm>
            <a:off x="7179275" y="3391300"/>
            <a:ext cx="1964725" cy="175220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9"/>
          <p:cNvSpPr/>
          <p:nvPr/>
        </p:nvSpPr>
        <p:spPr>
          <a:xfrm rot="10800000">
            <a:off x="-45600" y="-21625"/>
            <a:ext cx="1964725" cy="175220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9"/>
          <p:cNvSpPr/>
          <p:nvPr/>
        </p:nvSpPr>
        <p:spPr>
          <a:xfrm rot="5400000">
            <a:off x="-106275" y="3282525"/>
            <a:ext cx="1964725" cy="175220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9"/>
          <p:cNvSpPr/>
          <p:nvPr/>
        </p:nvSpPr>
        <p:spPr>
          <a:xfrm>
            <a:off x="18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9"/>
          <p:cNvSpPr/>
          <p:nvPr/>
        </p:nvSpPr>
        <p:spPr>
          <a:xfrm>
            <a:off x="18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9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9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9"/>
          <p:cNvSpPr txBox="1">
            <a:spLocks noGrp="1"/>
          </p:cNvSpPr>
          <p:nvPr>
            <p:ph type="ctrTitle"/>
          </p:nvPr>
        </p:nvSpPr>
        <p:spPr>
          <a:xfrm>
            <a:off x="1129225" y="1638300"/>
            <a:ext cx="68811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ubTitle" idx="1"/>
          </p:nvPr>
        </p:nvSpPr>
        <p:spPr>
          <a:xfrm>
            <a:off x="2305225" y="3262525"/>
            <a:ext cx="4528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/>
          <p:nvPr/>
        </p:nvSpPr>
        <p:spPr>
          <a:xfrm rot="5400000">
            <a:off x="-278097" y="279080"/>
            <a:ext cx="5141489" cy="4585332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0"/>
          <p:cNvSpPr/>
          <p:nvPr/>
        </p:nvSpPr>
        <p:spPr>
          <a:xfrm rot="-5400000">
            <a:off x="4209847" y="207225"/>
            <a:ext cx="5200627" cy="4694319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title" idx="2"/>
          </p:nvPr>
        </p:nvSpPr>
        <p:spPr>
          <a:xfrm>
            <a:off x="2183334" y="1618250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ubTitle" idx="1"/>
          </p:nvPr>
        </p:nvSpPr>
        <p:spPr>
          <a:xfrm>
            <a:off x="2183334" y="1990793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title" idx="3"/>
          </p:nvPr>
        </p:nvSpPr>
        <p:spPr>
          <a:xfrm>
            <a:off x="6289750" y="1618250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ubTitle" idx="4"/>
          </p:nvPr>
        </p:nvSpPr>
        <p:spPr>
          <a:xfrm>
            <a:off x="6300179" y="1990793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title" idx="5"/>
          </p:nvPr>
        </p:nvSpPr>
        <p:spPr>
          <a:xfrm>
            <a:off x="2183334" y="3249875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ubTitle" idx="6"/>
          </p:nvPr>
        </p:nvSpPr>
        <p:spPr>
          <a:xfrm>
            <a:off x="2183334" y="3622418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title" idx="7"/>
          </p:nvPr>
        </p:nvSpPr>
        <p:spPr>
          <a:xfrm>
            <a:off x="6289750" y="3249875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ubTitle" idx="8"/>
          </p:nvPr>
        </p:nvSpPr>
        <p:spPr>
          <a:xfrm>
            <a:off x="6289746" y="3622418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 rot="-5400000" flipH="1">
            <a:off x="5293136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/>
          <p:nvPr/>
        </p:nvSpPr>
        <p:spPr>
          <a:xfrm rot="5400000" flipH="1">
            <a:off x="-2618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1"/>
          <p:cNvSpPr txBox="1">
            <a:spLocks noGrp="1"/>
          </p:cNvSpPr>
          <p:nvPr>
            <p:ph type="title"/>
          </p:nvPr>
        </p:nvSpPr>
        <p:spPr>
          <a:xfrm>
            <a:off x="1303650" y="2087440"/>
            <a:ext cx="11004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ubTitle" idx="1"/>
          </p:nvPr>
        </p:nvSpPr>
        <p:spPr>
          <a:xfrm>
            <a:off x="720000" y="3818850"/>
            <a:ext cx="22677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ubTitle" idx="2"/>
          </p:nvPr>
        </p:nvSpPr>
        <p:spPr>
          <a:xfrm>
            <a:off x="720000" y="3343500"/>
            <a:ext cx="226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title" idx="3"/>
          </p:nvPr>
        </p:nvSpPr>
        <p:spPr>
          <a:xfrm>
            <a:off x="3873150" y="2087440"/>
            <a:ext cx="1397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ubTitle" idx="4"/>
          </p:nvPr>
        </p:nvSpPr>
        <p:spPr>
          <a:xfrm>
            <a:off x="3438150" y="3818850"/>
            <a:ext cx="22677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ubTitle" idx="5"/>
          </p:nvPr>
        </p:nvSpPr>
        <p:spPr>
          <a:xfrm>
            <a:off x="3438150" y="3343500"/>
            <a:ext cx="226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title" idx="6"/>
          </p:nvPr>
        </p:nvSpPr>
        <p:spPr>
          <a:xfrm>
            <a:off x="6591300" y="2087440"/>
            <a:ext cx="1397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6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subTitle" idx="7"/>
          </p:nvPr>
        </p:nvSpPr>
        <p:spPr>
          <a:xfrm>
            <a:off x="6156300" y="3818850"/>
            <a:ext cx="22677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subTitle" idx="8"/>
          </p:nvPr>
        </p:nvSpPr>
        <p:spPr>
          <a:xfrm>
            <a:off x="6156300" y="3343500"/>
            <a:ext cx="2267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title" idx="9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 flipH="1">
            <a:off x="42247" y="332588"/>
            <a:ext cx="4033634" cy="3703857"/>
          </a:xfrm>
          <a:custGeom>
            <a:avLst/>
            <a:gdLst/>
            <a:ahLst/>
            <a:cxnLst/>
            <a:rect l="l" t="t" r="r" b="b"/>
            <a:pathLst>
              <a:path w="49400" h="45364" extrusionOk="0">
                <a:moveTo>
                  <a:pt x="14184" y="2711"/>
                </a:moveTo>
                <a:cubicBezTo>
                  <a:pt x="9663" y="5563"/>
                  <a:pt x="2430" y="12657"/>
                  <a:pt x="830" y="17734"/>
                </a:cubicBezTo>
                <a:cubicBezTo>
                  <a:pt x="-770" y="22811"/>
                  <a:pt x="-74" y="28585"/>
                  <a:pt x="4586" y="33175"/>
                </a:cubicBezTo>
                <a:cubicBezTo>
                  <a:pt x="9246" y="37766"/>
                  <a:pt x="21627" y="44929"/>
                  <a:pt x="28791" y="45277"/>
                </a:cubicBezTo>
                <a:cubicBezTo>
                  <a:pt x="35955" y="45625"/>
                  <a:pt x="44649" y="41244"/>
                  <a:pt x="47570" y="35262"/>
                </a:cubicBezTo>
                <a:cubicBezTo>
                  <a:pt x="50491" y="29281"/>
                  <a:pt x="49587" y="15161"/>
                  <a:pt x="46318" y="9388"/>
                </a:cubicBezTo>
                <a:cubicBezTo>
                  <a:pt x="43049" y="3615"/>
                  <a:pt x="33312" y="1737"/>
                  <a:pt x="27956" y="624"/>
                </a:cubicBezTo>
                <a:cubicBezTo>
                  <a:pt x="22600" y="-489"/>
                  <a:pt x="18705" y="-141"/>
                  <a:pt x="14184" y="271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713225" y="1368850"/>
            <a:ext cx="3600600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5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ubTitle" idx="1"/>
          </p:nvPr>
        </p:nvSpPr>
        <p:spPr>
          <a:xfrm>
            <a:off x="713225" y="2401350"/>
            <a:ext cx="36006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/>
          <p:nvPr/>
        </p:nvSpPr>
        <p:spPr>
          <a:xfrm rot="-5400000" flipH="1">
            <a:off x="3610265" y="-391313"/>
            <a:ext cx="5141489" cy="5926116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/>
          <p:nvPr/>
        </p:nvSpPr>
        <p:spPr>
          <a:xfrm rot="5400000" flipH="1">
            <a:off x="-356042" y="334033"/>
            <a:ext cx="5153277" cy="4485457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3"/>
          <p:cNvSpPr/>
          <p:nvPr/>
        </p:nvSpPr>
        <p:spPr>
          <a:xfrm rot="-5400000" flipH="1">
            <a:off x="4227197" y="206579"/>
            <a:ext cx="5221453" cy="4656647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ubTitle" idx="1"/>
          </p:nvPr>
        </p:nvSpPr>
        <p:spPr>
          <a:xfrm>
            <a:off x="4769849" y="1518825"/>
            <a:ext cx="3468900" cy="25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ubTitle" idx="2"/>
          </p:nvPr>
        </p:nvSpPr>
        <p:spPr>
          <a:xfrm>
            <a:off x="905251" y="1518825"/>
            <a:ext cx="3468900" cy="25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/>
          <p:nvPr/>
        </p:nvSpPr>
        <p:spPr>
          <a:xfrm rot="10800000" flipH="1">
            <a:off x="3641150" y="47"/>
            <a:ext cx="5502802" cy="1829647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4"/>
          <p:cNvSpPr/>
          <p:nvPr/>
        </p:nvSpPr>
        <p:spPr>
          <a:xfrm rot="-5400000" flipH="1">
            <a:off x="4560290" y="594755"/>
            <a:ext cx="4808861" cy="4288685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4"/>
          <p:cNvSpPr/>
          <p:nvPr/>
        </p:nvSpPr>
        <p:spPr>
          <a:xfrm rot="10800000" flipH="1">
            <a:off x="4707875" y="2983700"/>
            <a:ext cx="4436125" cy="2159800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3051750" y="3924263"/>
            <a:ext cx="5379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ubTitle" idx="1"/>
          </p:nvPr>
        </p:nvSpPr>
        <p:spPr>
          <a:xfrm>
            <a:off x="5077650" y="1736800"/>
            <a:ext cx="3353100" cy="20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/>
          <p:nvPr/>
        </p:nvSpPr>
        <p:spPr>
          <a:xfrm rot="-5400000">
            <a:off x="5304752" y="219900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5"/>
          <p:cNvSpPr/>
          <p:nvPr/>
        </p:nvSpPr>
        <p:spPr>
          <a:xfrm rot="10800000" flipH="1">
            <a:off x="6606093" y="3906677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5"/>
          <p:cNvSpPr/>
          <p:nvPr/>
        </p:nvSpPr>
        <p:spPr>
          <a:xfrm rot="5400000">
            <a:off x="-294561" y="653450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ubTitle" idx="1"/>
          </p:nvPr>
        </p:nvSpPr>
        <p:spPr>
          <a:xfrm flipH="1">
            <a:off x="2111275" y="1404375"/>
            <a:ext cx="2415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ubTitle" idx="2"/>
          </p:nvPr>
        </p:nvSpPr>
        <p:spPr>
          <a:xfrm flipH="1">
            <a:off x="2111275" y="3865000"/>
            <a:ext cx="2415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ubTitle" idx="3"/>
          </p:nvPr>
        </p:nvSpPr>
        <p:spPr>
          <a:xfrm flipH="1">
            <a:off x="2111275" y="2634688"/>
            <a:ext cx="2415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/>
          <p:nvPr/>
        </p:nvSpPr>
        <p:spPr>
          <a:xfrm rot="10800000" flipH="1">
            <a:off x="7705824" y="-140472"/>
            <a:ext cx="1621291" cy="1112822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5"/>
          <p:cNvSpPr txBox="1">
            <a:spLocks noGrp="1"/>
          </p:cNvSpPr>
          <p:nvPr>
            <p:ph type="subTitle" idx="4"/>
          </p:nvPr>
        </p:nvSpPr>
        <p:spPr>
          <a:xfrm>
            <a:off x="2111275" y="1116325"/>
            <a:ext cx="24141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subTitle" idx="5"/>
          </p:nvPr>
        </p:nvSpPr>
        <p:spPr>
          <a:xfrm>
            <a:off x="2111275" y="2346077"/>
            <a:ext cx="24141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subTitle" idx="6"/>
          </p:nvPr>
        </p:nvSpPr>
        <p:spPr>
          <a:xfrm>
            <a:off x="2111275" y="3577049"/>
            <a:ext cx="24141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/>
          <p:nvPr/>
        </p:nvSpPr>
        <p:spPr>
          <a:xfrm>
            <a:off x="5848450" y="-52825"/>
            <a:ext cx="3295597" cy="2005806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body" idx="1"/>
          </p:nvPr>
        </p:nvSpPr>
        <p:spPr>
          <a:xfrm>
            <a:off x="1058320" y="2280450"/>
            <a:ext cx="3042600" cy="18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body" idx="2"/>
          </p:nvPr>
        </p:nvSpPr>
        <p:spPr>
          <a:xfrm>
            <a:off x="5043070" y="2280450"/>
            <a:ext cx="3042600" cy="18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/>
          <p:nvPr/>
        </p:nvSpPr>
        <p:spPr>
          <a:xfrm rot="5400000">
            <a:off x="-338883" y="3811097"/>
            <a:ext cx="2344703" cy="2277510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607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6"/>
          <p:cNvSpPr txBox="1">
            <a:spLocks noGrp="1"/>
          </p:cNvSpPr>
          <p:nvPr>
            <p:ph type="subTitle" idx="3"/>
          </p:nvPr>
        </p:nvSpPr>
        <p:spPr>
          <a:xfrm>
            <a:off x="1058320" y="1768050"/>
            <a:ext cx="3042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subTitle" idx="4"/>
          </p:nvPr>
        </p:nvSpPr>
        <p:spPr>
          <a:xfrm>
            <a:off x="5043070" y="1768050"/>
            <a:ext cx="3042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 txBox="1">
            <a:spLocks noGrp="1"/>
          </p:cNvSpPr>
          <p:nvPr>
            <p:ph type="title"/>
          </p:nvPr>
        </p:nvSpPr>
        <p:spPr>
          <a:xfrm>
            <a:off x="862050" y="1536400"/>
            <a:ext cx="2943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ubTitle" idx="1"/>
          </p:nvPr>
        </p:nvSpPr>
        <p:spPr>
          <a:xfrm>
            <a:off x="862050" y="2174600"/>
            <a:ext cx="29433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27"/>
          <p:cNvSpPr/>
          <p:nvPr/>
        </p:nvSpPr>
        <p:spPr>
          <a:xfrm rot="10800000">
            <a:off x="-45497" y="-21510"/>
            <a:ext cx="1274321" cy="1002959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7"/>
          <p:cNvSpPr/>
          <p:nvPr/>
        </p:nvSpPr>
        <p:spPr>
          <a:xfrm rot="10800000">
            <a:off x="-84185" y="4248502"/>
            <a:ext cx="2751285" cy="975798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8"/>
          <p:cNvGrpSpPr/>
          <p:nvPr/>
        </p:nvGrpSpPr>
        <p:grpSpPr>
          <a:xfrm rot="10800000">
            <a:off x="67466" y="3944014"/>
            <a:ext cx="609239" cy="1228124"/>
            <a:chOff x="8415916" y="13915"/>
            <a:chExt cx="609239" cy="1228124"/>
          </a:xfrm>
        </p:grpSpPr>
        <p:sp>
          <p:nvSpPr>
            <p:cNvPr id="98" name="Google Shape;98;p28"/>
            <p:cNvSpPr/>
            <p:nvPr/>
          </p:nvSpPr>
          <p:spPr>
            <a:xfrm rot="-6214160">
              <a:off x="8841575" y="1152412"/>
              <a:ext cx="96292" cy="69373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8"/>
            <p:cNvSpPr/>
            <p:nvPr/>
          </p:nvSpPr>
          <p:spPr>
            <a:xfrm rot="-6214160">
              <a:off x="8552011" y="977837"/>
              <a:ext cx="89774" cy="74782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8"/>
            <p:cNvSpPr/>
            <p:nvPr/>
          </p:nvSpPr>
          <p:spPr>
            <a:xfrm rot="-6214160">
              <a:off x="8410612" y="525573"/>
              <a:ext cx="89578" cy="59617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8"/>
            <p:cNvSpPr/>
            <p:nvPr/>
          </p:nvSpPr>
          <p:spPr>
            <a:xfrm rot="-6214160">
              <a:off x="8639593" y="266784"/>
              <a:ext cx="114976" cy="87840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8"/>
            <p:cNvSpPr/>
            <p:nvPr/>
          </p:nvSpPr>
          <p:spPr>
            <a:xfrm rot="-6214160">
              <a:off x="8808879" y="786099"/>
              <a:ext cx="78367" cy="56945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8"/>
            <p:cNvSpPr/>
            <p:nvPr/>
          </p:nvSpPr>
          <p:spPr>
            <a:xfrm rot="-6214160">
              <a:off x="8905160" y="396696"/>
              <a:ext cx="130011" cy="80888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8"/>
            <p:cNvSpPr/>
            <p:nvPr/>
          </p:nvSpPr>
          <p:spPr>
            <a:xfrm rot="-6214160">
              <a:off x="8937217" y="34796"/>
              <a:ext cx="92707" cy="63181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8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  <p:sp>
        <p:nvSpPr>
          <p:cNvPr id="108" name="Google Shape;108;p29"/>
          <p:cNvSpPr/>
          <p:nvPr/>
        </p:nvSpPr>
        <p:spPr>
          <a:xfrm rot="-5400000">
            <a:off x="46519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9"/>
          <p:cNvSpPr/>
          <p:nvPr/>
        </p:nvSpPr>
        <p:spPr>
          <a:xfrm rot="5400000">
            <a:off x="-219901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9"/>
          <p:cNvSpPr/>
          <p:nvPr/>
        </p:nvSpPr>
        <p:spPr>
          <a:xfrm rot="10800000" flipH="1">
            <a:off x="6053352" y="3638792"/>
            <a:ext cx="3090648" cy="1504733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29"/>
          <p:cNvGrpSpPr/>
          <p:nvPr/>
        </p:nvGrpSpPr>
        <p:grpSpPr>
          <a:xfrm rot="10800000">
            <a:off x="67466" y="3944014"/>
            <a:ext cx="609239" cy="1228124"/>
            <a:chOff x="8415916" y="13915"/>
            <a:chExt cx="609239" cy="1228124"/>
          </a:xfrm>
        </p:grpSpPr>
        <p:sp>
          <p:nvSpPr>
            <p:cNvPr id="112" name="Google Shape;112;p29"/>
            <p:cNvSpPr/>
            <p:nvPr/>
          </p:nvSpPr>
          <p:spPr>
            <a:xfrm rot="-6214160">
              <a:off x="8841575" y="1152412"/>
              <a:ext cx="96292" cy="69373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9"/>
            <p:cNvSpPr/>
            <p:nvPr/>
          </p:nvSpPr>
          <p:spPr>
            <a:xfrm rot="-6214160">
              <a:off x="8552011" y="977837"/>
              <a:ext cx="89774" cy="74782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9"/>
            <p:cNvSpPr/>
            <p:nvPr/>
          </p:nvSpPr>
          <p:spPr>
            <a:xfrm rot="-6214160">
              <a:off x="8410612" y="525573"/>
              <a:ext cx="89578" cy="59617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9"/>
            <p:cNvSpPr/>
            <p:nvPr/>
          </p:nvSpPr>
          <p:spPr>
            <a:xfrm rot="-6214160">
              <a:off x="8639593" y="266784"/>
              <a:ext cx="114976" cy="87840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9"/>
            <p:cNvSpPr/>
            <p:nvPr/>
          </p:nvSpPr>
          <p:spPr>
            <a:xfrm rot="-6214160">
              <a:off x="8808879" y="786099"/>
              <a:ext cx="78367" cy="56945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9"/>
            <p:cNvSpPr/>
            <p:nvPr/>
          </p:nvSpPr>
          <p:spPr>
            <a:xfrm rot="-6214160">
              <a:off x="8905160" y="396696"/>
              <a:ext cx="130011" cy="80888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9"/>
            <p:cNvSpPr/>
            <p:nvPr/>
          </p:nvSpPr>
          <p:spPr>
            <a:xfrm rot="-6214160">
              <a:off x="8937217" y="34796"/>
              <a:ext cx="92707" cy="63181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9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>
            <a:spLocks noGrp="1"/>
          </p:cNvSpPr>
          <p:nvPr>
            <p:ph type="title"/>
          </p:nvPr>
        </p:nvSpPr>
        <p:spPr>
          <a:xfrm>
            <a:off x="4562025" y="2985000"/>
            <a:ext cx="38016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title" idx="2"/>
          </p:nvPr>
        </p:nvSpPr>
        <p:spPr>
          <a:xfrm>
            <a:off x="4562025" y="1712375"/>
            <a:ext cx="1134900" cy="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24" name="Google Shape;124;p30"/>
          <p:cNvSpPr/>
          <p:nvPr/>
        </p:nvSpPr>
        <p:spPr>
          <a:xfrm rot="-5400000">
            <a:off x="4280610" y="270248"/>
            <a:ext cx="5141489" cy="4585332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4562025" y="4007150"/>
            <a:ext cx="38016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/>
          <p:nvPr/>
        </p:nvSpPr>
        <p:spPr>
          <a:xfrm rot="-5400000" flipH="1">
            <a:off x="7155115" y="3159609"/>
            <a:ext cx="2097344" cy="1870474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1"/>
          <p:cNvSpPr/>
          <p:nvPr/>
        </p:nvSpPr>
        <p:spPr>
          <a:xfrm rot="5400000" flipH="1">
            <a:off x="-157672" y="148675"/>
            <a:ext cx="2823703" cy="2518437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1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body" idx="1"/>
          </p:nvPr>
        </p:nvSpPr>
        <p:spPr>
          <a:xfrm>
            <a:off x="720000" y="1118400"/>
            <a:ext cx="77040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/>
          <p:nvPr/>
        </p:nvSpPr>
        <p:spPr>
          <a:xfrm rot="-5400000" flipH="1">
            <a:off x="5957971" y="1962498"/>
            <a:ext cx="3361841" cy="2998189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3"/>
          <p:cNvSpPr/>
          <p:nvPr/>
        </p:nvSpPr>
        <p:spPr>
          <a:xfrm rot="5400000" flipH="1">
            <a:off x="-179675" y="114398"/>
            <a:ext cx="3293469" cy="297278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3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title" idx="2"/>
          </p:nvPr>
        </p:nvSpPr>
        <p:spPr>
          <a:xfrm>
            <a:off x="709661" y="1205525"/>
            <a:ext cx="249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37" name="Google Shape;137;p33"/>
          <p:cNvGrpSpPr/>
          <p:nvPr/>
        </p:nvGrpSpPr>
        <p:grpSpPr>
          <a:xfrm flipH="1">
            <a:off x="8194329" y="4047218"/>
            <a:ext cx="840273" cy="962166"/>
            <a:chOff x="7852209" y="207243"/>
            <a:chExt cx="1130464" cy="1294452"/>
          </a:xfrm>
        </p:grpSpPr>
        <p:sp>
          <p:nvSpPr>
            <p:cNvPr id="138" name="Google Shape;138;p33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3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33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33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3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3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3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33"/>
          <p:cNvSpPr/>
          <p:nvPr/>
        </p:nvSpPr>
        <p:spPr>
          <a:xfrm rot="5400000">
            <a:off x="7823135" y="3780900"/>
            <a:ext cx="1781563" cy="1039206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3"/>
          <p:cNvSpPr txBox="1">
            <a:spLocks noGrp="1"/>
          </p:cNvSpPr>
          <p:nvPr>
            <p:ph type="body" idx="1"/>
          </p:nvPr>
        </p:nvSpPr>
        <p:spPr>
          <a:xfrm>
            <a:off x="709650" y="1568225"/>
            <a:ext cx="24909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33"/>
          <p:cNvSpPr txBox="1">
            <a:spLocks noGrp="1"/>
          </p:cNvSpPr>
          <p:nvPr>
            <p:ph type="title" idx="3"/>
          </p:nvPr>
        </p:nvSpPr>
        <p:spPr>
          <a:xfrm>
            <a:off x="709661" y="3024800"/>
            <a:ext cx="249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8" name="Google Shape;148;p33"/>
          <p:cNvSpPr txBox="1">
            <a:spLocks noGrp="1"/>
          </p:cNvSpPr>
          <p:nvPr>
            <p:ph type="body" idx="4"/>
          </p:nvPr>
        </p:nvSpPr>
        <p:spPr>
          <a:xfrm>
            <a:off x="709650" y="3387500"/>
            <a:ext cx="24909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title" idx="5"/>
          </p:nvPr>
        </p:nvSpPr>
        <p:spPr>
          <a:xfrm>
            <a:off x="5943459" y="1205525"/>
            <a:ext cx="249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body" idx="6"/>
          </p:nvPr>
        </p:nvSpPr>
        <p:spPr>
          <a:xfrm>
            <a:off x="5943450" y="1568225"/>
            <a:ext cx="24909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title" idx="7"/>
          </p:nvPr>
        </p:nvSpPr>
        <p:spPr>
          <a:xfrm>
            <a:off x="5943459" y="3024800"/>
            <a:ext cx="249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body" idx="8"/>
          </p:nvPr>
        </p:nvSpPr>
        <p:spPr>
          <a:xfrm>
            <a:off x="5943449" y="3387500"/>
            <a:ext cx="24909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/>
          <p:nvPr/>
        </p:nvSpPr>
        <p:spPr>
          <a:xfrm rot="5400000">
            <a:off x="-256848" y="651438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4"/>
          <p:cNvSpPr/>
          <p:nvPr/>
        </p:nvSpPr>
        <p:spPr>
          <a:xfrm rot="-5400000">
            <a:off x="5298090" y="215838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/>
          <p:nvPr/>
        </p:nvSpPr>
        <p:spPr>
          <a:xfrm rot="-5400000">
            <a:off x="46519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5"/>
          <p:cNvSpPr/>
          <p:nvPr/>
        </p:nvSpPr>
        <p:spPr>
          <a:xfrm rot="5400000">
            <a:off x="-219901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"/>
          <p:cNvSpPr/>
          <p:nvPr/>
        </p:nvSpPr>
        <p:spPr>
          <a:xfrm rot="-5400000">
            <a:off x="46519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6"/>
          <p:cNvSpPr/>
          <p:nvPr/>
        </p:nvSpPr>
        <p:spPr>
          <a:xfrm rot="5400000">
            <a:off x="-219901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6"/>
          <p:cNvSpPr/>
          <p:nvPr/>
        </p:nvSpPr>
        <p:spPr>
          <a:xfrm rot="10800000" flipH="1">
            <a:off x="6638852" y="3904664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6"/>
          <p:cNvSpPr/>
          <p:nvPr/>
        </p:nvSpPr>
        <p:spPr>
          <a:xfrm flipH="1">
            <a:off x="2" y="-11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/>
          <p:nvPr/>
        </p:nvSpPr>
        <p:spPr>
          <a:xfrm rot="-5400000">
            <a:off x="46519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7"/>
          <p:cNvSpPr/>
          <p:nvPr/>
        </p:nvSpPr>
        <p:spPr>
          <a:xfrm rot="5400000">
            <a:off x="-219901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7"/>
          <p:cNvSpPr/>
          <p:nvPr/>
        </p:nvSpPr>
        <p:spPr>
          <a:xfrm flipH="1">
            <a:off x="2" y="-11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7"/>
          <p:cNvSpPr/>
          <p:nvPr/>
        </p:nvSpPr>
        <p:spPr>
          <a:xfrm rot="10800000" flipH="1">
            <a:off x="6638852" y="3904664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9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 rot="-5400000">
            <a:off x="4651903" y="252785"/>
            <a:ext cx="4748937" cy="423524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chemeClr val="accent3">
              <a:alpha val="31764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/>
          <p:nvPr/>
        </p:nvSpPr>
        <p:spPr>
          <a:xfrm rot="5400000">
            <a:off x="-219901" y="1297625"/>
            <a:ext cx="4065802" cy="3626003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8"/>
          <p:cNvSpPr/>
          <p:nvPr/>
        </p:nvSpPr>
        <p:spPr>
          <a:xfrm flipH="1">
            <a:off x="2" y="-11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8"/>
          <p:cNvSpPr/>
          <p:nvPr/>
        </p:nvSpPr>
        <p:spPr>
          <a:xfrm rot="10800000" flipH="1">
            <a:off x="6638852" y="3904664"/>
            <a:ext cx="2544561" cy="1238861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8"/>
          <p:cNvSpPr/>
          <p:nvPr/>
        </p:nvSpPr>
        <p:spPr>
          <a:xfrm rot="-4397836">
            <a:off x="-311980" y="237797"/>
            <a:ext cx="2759764" cy="1609802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8"/>
          <p:cNvSpPr/>
          <p:nvPr/>
        </p:nvSpPr>
        <p:spPr>
          <a:xfrm rot="6402164">
            <a:off x="6636020" y="3164622"/>
            <a:ext cx="2759764" cy="1609802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539496"/>
            <a:ext cx="8520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 Slab"/>
              <a:buNone/>
              <a:defRPr sz="31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"/>
          <p:cNvGrpSpPr/>
          <p:nvPr/>
        </p:nvGrpSpPr>
        <p:grpSpPr>
          <a:xfrm>
            <a:off x="871846" y="267526"/>
            <a:ext cx="7400309" cy="4608710"/>
            <a:chOff x="1922879" y="539500"/>
            <a:chExt cx="5450622" cy="4064477"/>
          </a:xfrm>
        </p:grpSpPr>
        <p:sp>
          <p:nvSpPr>
            <p:cNvPr id="181" name="Google Shape;181;p1"/>
            <p:cNvSpPr/>
            <p:nvPr/>
          </p:nvSpPr>
          <p:spPr>
            <a:xfrm flipH="1">
              <a:off x="1922879" y="539500"/>
              <a:ext cx="5307166" cy="400269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 flipH="1">
              <a:off x="2066335" y="601284"/>
              <a:ext cx="5307166" cy="400269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1"/>
          <p:cNvSpPr txBox="1">
            <a:spLocks noGrp="1"/>
          </p:cNvSpPr>
          <p:nvPr>
            <p:ph type="title"/>
          </p:nvPr>
        </p:nvSpPr>
        <p:spPr>
          <a:xfrm>
            <a:off x="1809450" y="1238300"/>
            <a:ext cx="5525100" cy="12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6600" b="1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BIOVERSE</a:t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"/>
          <p:cNvSpPr txBox="1">
            <a:spLocks noGrp="1"/>
          </p:cNvSpPr>
          <p:nvPr>
            <p:ph type="subTitle" idx="1"/>
          </p:nvPr>
        </p:nvSpPr>
        <p:spPr>
          <a:xfrm>
            <a:off x="1759915" y="2582717"/>
            <a:ext cx="5429400" cy="66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o-RO" sz="2000" i="1">
                <a:latin typeface="Times New Roman"/>
                <a:ea typeface="Times New Roman"/>
                <a:cs typeface="Times New Roman"/>
                <a:sym typeface="Times New Roman"/>
              </a:rPr>
              <a:t>“Natură pentru tot universul tău”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/>
          </a:p>
        </p:txBody>
      </p:sp>
      <p:cxnSp>
        <p:nvCxnSpPr>
          <p:cNvPr id="185" name="Google Shape;185;p1"/>
          <p:cNvCxnSpPr/>
          <p:nvPr/>
        </p:nvCxnSpPr>
        <p:spPr>
          <a:xfrm>
            <a:off x="2188960" y="2501950"/>
            <a:ext cx="4766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86" name="Google Shape;186;p1"/>
          <p:cNvGrpSpPr/>
          <p:nvPr/>
        </p:nvGrpSpPr>
        <p:grpSpPr>
          <a:xfrm rot="-8474603" flipH="1">
            <a:off x="7871784" y="3800281"/>
            <a:ext cx="1117979" cy="1280156"/>
            <a:chOff x="7852209" y="207243"/>
            <a:chExt cx="1130464" cy="1294452"/>
          </a:xfrm>
        </p:grpSpPr>
        <p:sp>
          <p:nvSpPr>
            <p:cNvPr id="187" name="Google Shape;187;p1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1"/>
          <p:cNvSpPr/>
          <p:nvPr/>
        </p:nvSpPr>
        <p:spPr>
          <a:xfrm rot="-3421462">
            <a:off x="-267648" y="-214612"/>
            <a:ext cx="3393597" cy="1979524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"/>
          <p:cNvGrpSpPr/>
          <p:nvPr/>
        </p:nvGrpSpPr>
        <p:grpSpPr>
          <a:xfrm rot="3106766">
            <a:off x="1282433" y="478226"/>
            <a:ext cx="422900" cy="910500"/>
            <a:chOff x="8475119" y="408934"/>
            <a:chExt cx="507554" cy="1092760"/>
          </a:xfrm>
        </p:grpSpPr>
        <p:sp>
          <p:nvSpPr>
            <p:cNvPr id="196" name="Google Shape;196;p1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1"/>
          <p:cNvSpPr txBox="1"/>
          <p:nvPr/>
        </p:nvSpPr>
        <p:spPr>
          <a:xfrm>
            <a:off x="113408" y="4449599"/>
            <a:ext cx="54292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Realizat de: Coajă Denisa</a:t>
            </a:r>
            <a:endParaRPr/>
          </a:p>
        </p:txBody>
      </p:sp>
      <p:pic>
        <p:nvPicPr>
          <p:cNvPr id="201" name="Google Shape;2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5683" y="2525157"/>
            <a:ext cx="1109662" cy="110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"/>
          <p:cNvSpPr txBox="1">
            <a:spLocks noGrp="1"/>
          </p:cNvSpPr>
          <p:nvPr>
            <p:ph type="subTitle" idx="1"/>
          </p:nvPr>
        </p:nvSpPr>
        <p:spPr>
          <a:xfrm>
            <a:off x="445168" y="1164619"/>
            <a:ext cx="8289800" cy="385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2400" i="1">
                <a:latin typeface="Times New Roman"/>
                <a:ea typeface="Times New Roman"/>
                <a:cs typeface="Times New Roman"/>
                <a:sym typeface="Times New Roman"/>
              </a:rPr>
              <a:t>Domeniul de activitate: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o-RO" sz="2000" b="1" i="1">
                <a:latin typeface="Times New Roman"/>
                <a:ea typeface="Times New Roman"/>
                <a:cs typeface="Times New Roman"/>
                <a:sym typeface="Times New Roman"/>
              </a:rPr>
              <a:t>  BIOVERSE</a:t>
            </a: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 este o companie inovatoare care produce snack-uri bio, cosmetice naturale și suplimente naturiste folosind biotehnologie modernă și ingrediente 100% naturale.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2400" i="1">
                <a:latin typeface="Times New Roman"/>
                <a:ea typeface="Times New Roman"/>
                <a:cs typeface="Times New Roman"/>
                <a:sym typeface="Times New Roman"/>
              </a:rPr>
              <a:t>Motivul alegerii: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o-RO" sz="2000" i="1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Am ales această firmă pentru că îmbină biologia cu sănătatea, frumusețea și stilul de viață modern. O singură companie – trei domenii foarte populare și profitabile.</a:t>
            </a:r>
            <a:endParaRPr/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"/>
          <p:cNvSpPr txBox="1">
            <a:spLocks noGrp="1"/>
          </p:cNvSpPr>
          <p:nvPr>
            <p:ph type="ctrTitle"/>
          </p:nvPr>
        </p:nvSpPr>
        <p:spPr>
          <a:xfrm>
            <a:off x="825686" y="189269"/>
            <a:ext cx="6881100" cy="81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o-RO" sz="48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Descrierea companiei</a:t>
            </a:r>
            <a:endParaRPr sz="4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"/>
          <p:cNvSpPr/>
          <p:nvPr/>
        </p:nvSpPr>
        <p:spPr>
          <a:xfrm rot="6380618">
            <a:off x="5201509" y="2182011"/>
            <a:ext cx="4396790" cy="2564698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/>
          <p:nvPr/>
        </p:nvSpPr>
        <p:spPr>
          <a:xfrm rot="-4397836">
            <a:off x="-169873" y="193883"/>
            <a:ext cx="2966202" cy="191636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10" name="Google Shape;210;p2"/>
          <p:cNvGrpSpPr/>
          <p:nvPr/>
        </p:nvGrpSpPr>
        <p:grpSpPr>
          <a:xfrm>
            <a:off x="7852209" y="207243"/>
            <a:ext cx="1130464" cy="1294452"/>
            <a:chOff x="7852209" y="207243"/>
            <a:chExt cx="1130464" cy="1294452"/>
          </a:xfrm>
        </p:grpSpPr>
        <p:sp>
          <p:nvSpPr>
            <p:cNvPr id="211" name="Google Shape;211;p2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"/>
          <p:cNvGrpSpPr/>
          <p:nvPr/>
        </p:nvGrpSpPr>
        <p:grpSpPr>
          <a:xfrm>
            <a:off x="-77979" y="3826778"/>
            <a:ext cx="1130464" cy="1294452"/>
            <a:chOff x="7852209" y="207243"/>
            <a:chExt cx="1130464" cy="1294452"/>
          </a:xfrm>
        </p:grpSpPr>
        <p:sp>
          <p:nvSpPr>
            <p:cNvPr id="219" name="Google Shape;219;p2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 txBox="1">
            <a:spLocks noGrp="1"/>
          </p:cNvSpPr>
          <p:nvPr>
            <p:ph type="subTitle" idx="1"/>
          </p:nvPr>
        </p:nvSpPr>
        <p:spPr>
          <a:xfrm>
            <a:off x="445168" y="1164619"/>
            <a:ext cx="8289800" cy="385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2400" i="1">
                <a:latin typeface="Times New Roman"/>
                <a:ea typeface="Times New Roman"/>
                <a:cs typeface="Times New Roman"/>
                <a:sym typeface="Times New Roman"/>
              </a:rPr>
              <a:t>Misiune:</a:t>
            </a:r>
            <a:endParaRPr/>
          </a:p>
          <a:p>
            <a:pPr marL="34290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  Să aducem oamenilor produse curate, sănătoase și eficiente, inspirate din natură și susținute de știință.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2400" i="1">
                <a:latin typeface="Times New Roman"/>
                <a:ea typeface="Times New Roman"/>
                <a:cs typeface="Times New Roman"/>
                <a:sym typeface="Times New Roman"/>
              </a:rPr>
              <a:t>Viziune: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o-RO" sz="2000" i="1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ro-RO" sz="2000" b="1" i="1">
                <a:latin typeface="Times New Roman"/>
                <a:ea typeface="Times New Roman"/>
                <a:cs typeface="Times New Roman"/>
                <a:sym typeface="Times New Roman"/>
              </a:rPr>
              <a:t>BIOVERSE</a:t>
            </a: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 își propune să devină lider global în piața bio prin inovație, calitate și sustenabilitate.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3"/>
          <p:cNvSpPr txBox="1">
            <a:spLocks noGrp="1"/>
          </p:cNvSpPr>
          <p:nvPr>
            <p:ph type="ctrTitle"/>
          </p:nvPr>
        </p:nvSpPr>
        <p:spPr>
          <a:xfrm>
            <a:off x="825686" y="189269"/>
            <a:ext cx="6881100" cy="811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o-RO" sz="4800" i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Misiunea și viziunea </a:t>
            </a:r>
            <a:endParaRPr sz="4800" i="1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"/>
          <p:cNvSpPr/>
          <p:nvPr/>
        </p:nvSpPr>
        <p:spPr>
          <a:xfrm rot="6380618">
            <a:off x="5201509" y="2182011"/>
            <a:ext cx="4396790" cy="2564698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/>
          <p:nvPr/>
        </p:nvSpPr>
        <p:spPr>
          <a:xfrm rot="-4397836">
            <a:off x="-169873" y="193883"/>
            <a:ext cx="2966202" cy="191636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4" name="Google Shape;234;p3"/>
          <p:cNvGrpSpPr/>
          <p:nvPr/>
        </p:nvGrpSpPr>
        <p:grpSpPr>
          <a:xfrm>
            <a:off x="7852209" y="207243"/>
            <a:ext cx="1130464" cy="1294452"/>
            <a:chOff x="7852209" y="207243"/>
            <a:chExt cx="1130464" cy="1294452"/>
          </a:xfrm>
        </p:grpSpPr>
        <p:sp>
          <p:nvSpPr>
            <p:cNvPr id="235" name="Google Shape;235;p3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3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3"/>
          <p:cNvGrpSpPr/>
          <p:nvPr/>
        </p:nvGrpSpPr>
        <p:grpSpPr>
          <a:xfrm>
            <a:off x="-77979" y="3826778"/>
            <a:ext cx="1130464" cy="1294452"/>
            <a:chOff x="7852209" y="207243"/>
            <a:chExt cx="1130464" cy="1294452"/>
          </a:xfrm>
        </p:grpSpPr>
        <p:sp>
          <p:nvSpPr>
            <p:cNvPr id="243" name="Google Shape;243;p3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3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4"/>
          <p:cNvGrpSpPr/>
          <p:nvPr/>
        </p:nvGrpSpPr>
        <p:grpSpPr>
          <a:xfrm>
            <a:off x="880986" y="1212961"/>
            <a:ext cx="1134754" cy="1194646"/>
            <a:chOff x="728586" y="1212961"/>
            <a:chExt cx="1134754" cy="1194646"/>
          </a:xfrm>
        </p:grpSpPr>
        <p:sp>
          <p:nvSpPr>
            <p:cNvPr id="255" name="Google Shape;255;p4"/>
            <p:cNvSpPr/>
            <p:nvPr/>
          </p:nvSpPr>
          <p:spPr>
            <a:xfrm rot="-5828275" flipH="1">
              <a:off x="847522" y="1397178"/>
              <a:ext cx="998176" cy="916531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 rot="-5828275" flipH="1">
              <a:off x="952455" y="1588761"/>
              <a:ext cx="798520" cy="733281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" name="Google Shape;257;p4"/>
            <p:cNvGrpSpPr/>
            <p:nvPr/>
          </p:nvGrpSpPr>
          <p:grpSpPr>
            <a:xfrm rot="106916" flipH="1">
              <a:off x="735623" y="1219080"/>
              <a:ext cx="400724" cy="458854"/>
              <a:chOff x="7852209" y="207243"/>
              <a:chExt cx="1130464" cy="1294452"/>
            </a:xfrm>
          </p:grpSpPr>
          <p:sp>
            <p:nvSpPr>
              <p:cNvPr id="258" name="Google Shape;258;p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5" name="Google Shape;265;p4"/>
          <p:cNvGrpSpPr/>
          <p:nvPr/>
        </p:nvGrpSpPr>
        <p:grpSpPr>
          <a:xfrm rot="-5400000">
            <a:off x="5073638" y="1661617"/>
            <a:ext cx="1211606" cy="1048648"/>
            <a:chOff x="4752657" y="1274338"/>
            <a:chExt cx="1465948" cy="1268781"/>
          </a:xfrm>
        </p:grpSpPr>
        <p:sp>
          <p:nvSpPr>
            <p:cNvPr id="266" name="Google Shape;266;p4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" name="Google Shape;268;p4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269" name="Google Shape;269;p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6" name="Google Shape;276;p4"/>
          <p:cNvGrpSpPr/>
          <p:nvPr/>
        </p:nvGrpSpPr>
        <p:grpSpPr>
          <a:xfrm>
            <a:off x="4900318" y="3004721"/>
            <a:ext cx="1317604" cy="1550956"/>
            <a:chOff x="5052718" y="3004721"/>
            <a:chExt cx="1317604" cy="1550956"/>
          </a:xfrm>
        </p:grpSpPr>
        <p:sp>
          <p:nvSpPr>
            <p:cNvPr id="277" name="Google Shape;277;p4"/>
            <p:cNvSpPr/>
            <p:nvPr/>
          </p:nvSpPr>
          <p:spPr>
            <a:xfrm rot="7435016" flipH="1">
              <a:off x="5212413" y="3216339"/>
              <a:ext cx="998215" cy="91656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 rot="7435016" flipH="1">
              <a:off x="5374048" y="3229235"/>
              <a:ext cx="798551" cy="733309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4"/>
            <p:cNvGrpSpPr/>
            <p:nvPr/>
          </p:nvGrpSpPr>
          <p:grpSpPr>
            <a:xfrm rot="-8229793" flipH="1">
              <a:off x="5553528" y="4021763"/>
              <a:ext cx="400740" cy="458872"/>
              <a:chOff x="7852209" y="207243"/>
              <a:chExt cx="1130464" cy="1294452"/>
            </a:xfrm>
          </p:grpSpPr>
          <p:sp>
            <p:nvSpPr>
              <p:cNvPr id="280" name="Google Shape;280;p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7" name="Google Shape;287;p4"/>
          <p:cNvGrpSpPr/>
          <p:nvPr/>
        </p:nvGrpSpPr>
        <p:grpSpPr>
          <a:xfrm>
            <a:off x="924985" y="2657192"/>
            <a:ext cx="1345455" cy="1556113"/>
            <a:chOff x="772585" y="2657192"/>
            <a:chExt cx="1345455" cy="1556113"/>
          </a:xfrm>
        </p:grpSpPr>
        <p:sp>
          <p:nvSpPr>
            <p:cNvPr id="288" name="Google Shape;288;p4"/>
            <p:cNvSpPr/>
            <p:nvPr/>
          </p:nvSpPr>
          <p:spPr>
            <a:xfrm rot="-2964960" flipH="1">
              <a:off x="946218" y="3077860"/>
              <a:ext cx="998189" cy="91654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"/>
            <p:cNvSpPr/>
            <p:nvPr/>
          </p:nvSpPr>
          <p:spPr>
            <a:xfrm rot="-2964960" flipH="1">
              <a:off x="975523" y="3240509"/>
              <a:ext cx="798531" cy="733290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0" name="Google Shape;290;p4"/>
            <p:cNvGrpSpPr/>
            <p:nvPr/>
          </p:nvGrpSpPr>
          <p:grpSpPr>
            <a:xfrm rot="2970231" flipH="1">
              <a:off x="1269797" y="2729120"/>
              <a:ext cx="400729" cy="458860"/>
              <a:chOff x="7852209" y="207243"/>
              <a:chExt cx="1130464" cy="1294452"/>
            </a:xfrm>
          </p:grpSpPr>
          <p:sp>
            <p:nvSpPr>
              <p:cNvPr id="291" name="Google Shape;291;p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8" name="Google Shape;298;p4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4"/>
                </a:solidFill>
              </a:rPr>
              <a:t>Valorile noastre:</a:t>
            </a:r>
            <a:endParaRPr sz="4800">
              <a:solidFill>
                <a:schemeClr val="accent4"/>
              </a:solidFill>
            </a:endParaRPr>
          </a:p>
        </p:txBody>
      </p:sp>
      <p:sp>
        <p:nvSpPr>
          <p:cNvPr id="299" name="Google Shape;299;p4"/>
          <p:cNvSpPr txBox="1">
            <a:spLocks noGrp="1"/>
          </p:cNvSpPr>
          <p:nvPr>
            <p:ph type="title" idx="2"/>
          </p:nvPr>
        </p:nvSpPr>
        <p:spPr>
          <a:xfrm>
            <a:off x="2183334" y="1618250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Natural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"/>
          <p:cNvSpPr txBox="1">
            <a:spLocks noGrp="1"/>
          </p:cNvSpPr>
          <p:nvPr>
            <p:ph type="subTitle" idx="1"/>
          </p:nvPr>
        </p:nvSpPr>
        <p:spPr>
          <a:xfrm>
            <a:off x="1969983" y="1990793"/>
            <a:ext cx="2420087" cy="83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Doar ingrediente pure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4"/>
          <p:cNvSpPr txBox="1">
            <a:spLocks noGrp="1"/>
          </p:cNvSpPr>
          <p:nvPr>
            <p:ph type="title" idx="3"/>
          </p:nvPr>
        </p:nvSpPr>
        <p:spPr>
          <a:xfrm>
            <a:off x="6289750" y="1618250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Știință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4"/>
          <p:cNvSpPr txBox="1">
            <a:spLocks noGrp="1"/>
          </p:cNvSpPr>
          <p:nvPr>
            <p:ph type="subTitle" idx="4"/>
          </p:nvPr>
        </p:nvSpPr>
        <p:spPr>
          <a:xfrm>
            <a:off x="6270841" y="2215478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Formulări sigure, testate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"/>
          <p:cNvSpPr txBox="1">
            <a:spLocks noGrp="1"/>
          </p:cNvSpPr>
          <p:nvPr>
            <p:ph type="title" idx="5"/>
          </p:nvPr>
        </p:nvSpPr>
        <p:spPr>
          <a:xfrm>
            <a:off x="2183334" y="3249875"/>
            <a:ext cx="2148034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Sustenabilitate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"/>
          <p:cNvSpPr txBox="1">
            <a:spLocks noGrp="1"/>
          </p:cNvSpPr>
          <p:nvPr>
            <p:ph type="subTitle" idx="6"/>
          </p:nvPr>
        </p:nvSpPr>
        <p:spPr>
          <a:xfrm>
            <a:off x="2201804" y="3687079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Ambalaje eco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"/>
          <p:cNvSpPr txBox="1">
            <a:spLocks noGrp="1"/>
          </p:cNvSpPr>
          <p:nvPr>
            <p:ph type="title" idx="7"/>
          </p:nvPr>
        </p:nvSpPr>
        <p:spPr>
          <a:xfrm>
            <a:off x="6289750" y="3249875"/>
            <a:ext cx="1978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Inovație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4"/>
          <p:cNvSpPr txBox="1">
            <a:spLocks noGrp="1"/>
          </p:cNvSpPr>
          <p:nvPr>
            <p:ph type="subTitle" idx="8"/>
          </p:nvPr>
        </p:nvSpPr>
        <p:spPr>
          <a:xfrm>
            <a:off x="6270841" y="3716927"/>
            <a:ext cx="1978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Produse moderne, eficiente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7" name="Google Shape;307;p4"/>
          <p:cNvCxnSpPr/>
          <p:nvPr/>
        </p:nvCxnSpPr>
        <p:spPr>
          <a:xfrm>
            <a:off x="2015740" y="973125"/>
            <a:ext cx="524381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08" name="Google Shape;308;p4"/>
          <p:cNvGrpSpPr/>
          <p:nvPr/>
        </p:nvGrpSpPr>
        <p:grpSpPr>
          <a:xfrm>
            <a:off x="8168095" y="186993"/>
            <a:ext cx="840273" cy="962166"/>
            <a:chOff x="7852209" y="207243"/>
            <a:chExt cx="1130464" cy="1294452"/>
          </a:xfrm>
        </p:grpSpPr>
        <p:sp>
          <p:nvSpPr>
            <p:cNvPr id="309" name="Google Shape;309;p4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4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4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4"/>
          <p:cNvGrpSpPr/>
          <p:nvPr/>
        </p:nvGrpSpPr>
        <p:grpSpPr>
          <a:xfrm>
            <a:off x="103345" y="4047218"/>
            <a:ext cx="840273" cy="962166"/>
            <a:chOff x="7852209" y="207243"/>
            <a:chExt cx="1130464" cy="1294452"/>
          </a:xfrm>
        </p:grpSpPr>
        <p:sp>
          <p:nvSpPr>
            <p:cNvPr id="317" name="Google Shape;317;p4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4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4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4"/>
          <p:cNvSpPr/>
          <p:nvPr/>
        </p:nvSpPr>
        <p:spPr>
          <a:xfrm rot="-5400000" flipH="1">
            <a:off x="-466752" y="3780900"/>
            <a:ext cx="1781563" cy="1039206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"/>
          <p:cNvSpPr txBox="1"/>
          <p:nvPr/>
        </p:nvSpPr>
        <p:spPr>
          <a:xfrm>
            <a:off x="1100013" y="1615968"/>
            <a:ext cx="8522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🌿</a:t>
            </a:r>
            <a:endParaRPr/>
          </a:p>
        </p:txBody>
      </p:sp>
      <p:sp>
        <p:nvSpPr>
          <p:cNvPr id="326" name="Google Shape;326;p4"/>
          <p:cNvSpPr txBox="1"/>
          <p:nvPr/>
        </p:nvSpPr>
        <p:spPr>
          <a:xfrm>
            <a:off x="5210318" y="1585650"/>
            <a:ext cx="85587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🔬</a:t>
            </a:r>
            <a:endParaRPr/>
          </a:p>
        </p:txBody>
      </p:sp>
      <p:sp>
        <p:nvSpPr>
          <p:cNvPr id="327" name="Google Shape;327;p4"/>
          <p:cNvSpPr txBox="1"/>
          <p:nvPr/>
        </p:nvSpPr>
        <p:spPr>
          <a:xfrm>
            <a:off x="1052817" y="3278567"/>
            <a:ext cx="76421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🌎</a:t>
            </a:r>
            <a:endParaRPr/>
          </a:p>
        </p:txBody>
      </p:sp>
      <p:sp>
        <p:nvSpPr>
          <p:cNvPr id="328" name="Google Shape;328;p4"/>
          <p:cNvSpPr txBox="1"/>
          <p:nvPr/>
        </p:nvSpPr>
        <p:spPr>
          <a:xfrm>
            <a:off x="5220622" y="3232569"/>
            <a:ext cx="72227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29" name="Google Shape;329;p4"/>
          <p:cNvSpPr/>
          <p:nvPr/>
        </p:nvSpPr>
        <p:spPr>
          <a:xfrm rot="1107029">
            <a:off x="2052315" y="423600"/>
            <a:ext cx="7290870" cy="821078"/>
          </a:xfrm>
          <a:custGeom>
            <a:avLst/>
            <a:gdLst/>
            <a:ahLst/>
            <a:cxnLst/>
            <a:rect l="l" t="t" r="r" b="b"/>
            <a:pathLst>
              <a:path w="368496" h="11077" extrusionOk="0">
                <a:moveTo>
                  <a:pt x="0" y="9790"/>
                </a:moveTo>
                <a:cubicBezTo>
                  <a:pt x="17110" y="8469"/>
                  <a:pt x="68858" y="1652"/>
                  <a:pt x="102661" y="1861"/>
                </a:cubicBezTo>
                <a:cubicBezTo>
                  <a:pt x="136464" y="2070"/>
                  <a:pt x="166721" y="11320"/>
                  <a:pt x="202819" y="11042"/>
                </a:cubicBezTo>
                <a:cubicBezTo>
                  <a:pt x="238918" y="10764"/>
                  <a:pt x="291639" y="956"/>
                  <a:pt x="319252" y="191"/>
                </a:cubicBezTo>
                <a:cubicBezTo>
                  <a:pt x="346865" y="-574"/>
                  <a:pt x="360289" y="5408"/>
                  <a:pt x="368496" y="6451"/>
                </a:cubicBez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"/>
          <p:cNvSpPr txBox="1">
            <a:spLocks noGrp="1"/>
          </p:cNvSpPr>
          <p:nvPr>
            <p:ph type="subTitle" idx="1"/>
          </p:nvPr>
        </p:nvSpPr>
        <p:spPr>
          <a:xfrm>
            <a:off x="608324" y="2812928"/>
            <a:ext cx="2466711" cy="1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snacks-uri cu proteine vegetale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chipsuri bio fără aditivi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batoane energizante naturale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5"/>
          <p:cNvSpPr txBox="1">
            <a:spLocks noGrp="1"/>
          </p:cNvSpPr>
          <p:nvPr>
            <p:ph type="subTitle" idx="2"/>
          </p:nvPr>
        </p:nvSpPr>
        <p:spPr>
          <a:xfrm>
            <a:off x="747495" y="2552587"/>
            <a:ext cx="2267700" cy="346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Bioverse Food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36" name="Google Shape;336;p5"/>
          <p:cNvSpPr txBox="1">
            <a:spLocks noGrp="1"/>
          </p:cNvSpPr>
          <p:nvPr>
            <p:ph type="subTitle" idx="4"/>
          </p:nvPr>
        </p:nvSpPr>
        <p:spPr>
          <a:xfrm>
            <a:off x="3382312" y="2914033"/>
            <a:ext cx="2466710" cy="138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creme hidratante pe bază de plante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serumuri antiacneice naturale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 b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 cosmetice fără chimicale agresive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5"/>
          <p:cNvSpPr txBox="1">
            <a:spLocks noGrp="1"/>
          </p:cNvSpPr>
          <p:nvPr>
            <p:ph type="subTitle" idx="5"/>
          </p:nvPr>
        </p:nvSpPr>
        <p:spPr>
          <a:xfrm>
            <a:off x="3317166" y="2287843"/>
            <a:ext cx="2748980" cy="81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Bioverse Cosmetics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38" name="Google Shape;338;p5"/>
          <p:cNvSpPr txBox="1">
            <a:spLocks noGrp="1"/>
          </p:cNvSpPr>
          <p:nvPr>
            <p:ph type="subTitle" idx="7"/>
          </p:nvPr>
        </p:nvSpPr>
        <p:spPr>
          <a:xfrm>
            <a:off x="6156299" y="3227974"/>
            <a:ext cx="2466709" cy="92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- suplimente naturiste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- vitamine și extracte botanice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1600">
                <a:latin typeface="Times New Roman"/>
                <a:ea typeface="Times New Roman"/>
                <a:cs typeface="Times New Roman"/>
                <a:sym typeface="Times New Roman"/>
              </a:rPr>
              <a:t>- ceaiuri terapeutice bio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5"/>
          <p:cNvSpPr txBox="1">
            <a:spLocks noGrp="1"/>
          </p:cNvSpPr>
          <p:nvPr>
            <p:ph type="subTitle" idx="8"/>
          </p:nvPr>
        </p:nvSpPr>
        <p:spPr>
          <a:xfrm>
            <a:off x="6006306" y="2573730"/>
            <a:ext cx="2756085" cy="58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Bioverse Pharma Naturals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  <p:sp>
        <p:nvSpPr>
          <p:cNvPr id="340" name="Google Shape;340;p5"/>
          <p:cNvSpPr txBox="1">
            <a:spLocks noGrp="1"/>
          </p:cNvSpPr>
          <p:nvPr>
            <p:ph type="title" idx="9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Produsele oferite</a:t>
            </a:r>
            <a:endParaRPr sz="48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5"/>
          <p:cNvSpPr txBox="1">
            <a:spLocks noGrp="1"/>
          </p:cNvSpPr>
          <p:nvPr>
            <p:ph type="title" idx="3"/>
          </p:nvPr>
        </p:nvSpPr>
        <p:spPr>
          <a:xfrm>
            <a:off x="3984446" y="1603360"/>
            <a:ext cx="1397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o-RO"/>
              <a:t>2</a:t>
            </a:r>
            <a:endParaRPr/>
          </a:p>
        </p:txBody>
      </p:sp>
      <p:sp>
        <p:nvSpPr>
          <p:cNvPr id="342" name="Google Shape;342;p5"/>
          <p:cNvSpPr txBox="1">
            <a:spLocks noGrp="1"/>
          </p:cNvSpPr>
          <p:nvPr>
            <p:ph type="title" idx="6"/>
          </p:nvPr>
        </p:nvSpPr>
        <p:spPr>
          <a:xfrm>
            <a:off x="6685499" y="1680721"/>
            <a:ext cx="1397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o-RO"/>
              <a:t>3</a:t>
            </a:r>
            <a:endParaRPr/>
          </a:p>
        </p:txBody>
      </p:sp>
      <p:sp>
        <p:nvSpPr>
          <p:cNvPr id="343" name="Google Shape;343;p5"/>
          <p:cNvSpPr txBox="1">
            <a:spLocks noGrp="1"/>
          </p:cNvSpPr>
          <p:nvPr>
            <p:ph type="title"/>
          </p:nvPr>
        </p:nvSpPr>
        <p:spPr>
          <a:xfrm>
            <a:off x="1327458" y="1666687"/>
            <a:ext cx="11004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o-RO"/>
              <a:t>1</a:t>
            </a:r>
            <a:endParaRPr/>
          </a:p>
        </p:txBody>
      </p:sp>
      <p:grpSp>
        <p:nvGrpSpPr>
          <p:cNvPr id="344" name="Google Shape;344;p5"/>
          <p:cNvGrpSpPr/>
          <p:nvPr/>
        </p:nvGrpSpPr>
        <p:grpSpPr>
          <a:xfrm rot="6139842" flipH="1">
            <a:off x="185847" y="4497642"/>
            <a:ext cx="400724" cy="458854"/>
            <a:chOff x="7852209" y="207243"/>
            <a:chExt cx="1130464" cy="1294452"/>
          </a:xfrm>
        </p:grpSpPr>
        <p:sp>
          <p:nvSpPr>
            <p:cNvPr id="345" name="Google Shape;345;p5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5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5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5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5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5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5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5"/>
          <p:cNvGrpSpPr/>
          <p:nvPr/>
        </p:nvGrpSpPr>
        <p:grpSpPr>
          <a:xfrm rot="6139842" flipH="1">
            <a:off x="8127044" y="686934"/>
            <a:ext cx="400724" cy="458854"/>
            <a:chOff x="7852209" y="207243"/>
            <a:chExt cx="1130464" cy="1294452"/>
          </a:xfrm>
        </p:grpSpPr>
        <p:sp>
          <p:nvSpPr>
            <p:cNvPr id="353" name="Google Shape;353;p5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5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5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5"/>
          <p:cNvSpPr/>
          <p:nvPr/>
        </p:nvSpPr>
        <p:spPr>
          <a:xfrm rot="1171592">
            <a:off x="7274560" y="133185"/>
            <a:ext cx="2423028" cy="141338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5"/>
          <p:cNvCxnSpPr/>
          <p:nvPr/>
        </p:nvCxnSpPr>
        <p:spPr>
          <a:xfrm>
            <a:off x="2138183" y="973125"/>
            <a:ext cx="4834092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62" name="Google Shape;362;p5"/>
          <p:cNvGrpSpPr/>
          <p:nvPr/>
        </p:nvGrpSpPr>
        <p:grpSpPr>
          <a:xfrm>
            <a:off x="1246594" y="1183879"/>
            <a:ext cx="1556259" cy="1311752"/>
            <a:chOff x="482969" y="821520"/>
            <a:chExt cx="1368607" cy="1124249"/>
          </a:xfrm>
        </p:grpSpPr>
        <p:sp>
          <p:nvSpPr>
            <p:cNvPr id="363" name="Google Shape;363;p5"/>
            <p:cNvSpPr/>
            <p:nvPr/>
          </p:nvSpPr>
          <p:spPr>
            <a:xfrm rot="9396713">
              <a:off x="610977" y="967314"/>
              <a:ext cx="906904" cy="832660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5"/>
            <p:cNvGrpSpPr/>
            <p:nvPr/>
          </p:nvGrpSpPr>
          <p:grpSpPr>
            <a:xfrm rot="3461228">
              <a:off x="1396133" y="1391023"/>
              <a:ext cx="363962" cy="416937"/>
              <a:chOff x="7852209" y="207243"/>
              <a:chExt cx="1130464" cy="1294452"/>
            </a:xfrm>
          </p:grpSpPr>
          <p:sp>
            <p:nvSpPr>
              <p:cNvPr id="365" name="Google Shape;365;p5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5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5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5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5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5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5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72" name="Google Shape;372;p5"/>
          <p:cNvGrpSpPr/>
          <p:nvPr/>
        </p:nvGrpSpPr>
        <p:grpSpPr>
          <a:xfrm rot="6139842" flipH="1">
            <a:off x="363381" y="498963"/>
            <a:ext cx="400724" cy="458854"/>
            <a:chOff x="7852209" y="207243"/>
            <a:chExt cx="1130464" cy="1294452"/>
          </a:xfrm>
        </p:grpSpPr>
        <p:sp>
          <p:nvSpPr>
            <p:cNvPr id="373" name="Google Shape;373;p5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4035224" y="1183477"/>
            <a:ext cx="1598438" cy="1246566"/>
            <a:chOff x="477611" y="877276"/>
            <a:chExt cx="1373965" cy="1124249"/>
          </a:xfrm>
        </p:grpSpPr>
        <p:sp>
          <p:nvSpPr>
            <p:cNvPr id="381" name="Google Shape;381;p5"/>
            <p:cNvSpPr/>
            <p:nvPr/>
          </p:nvSpPr>
          <p:spPr>
            <a:xfrm rot="9396713">
              <a:off x="605619" y="1023070"/>
              <a:ext cx="906904" cy="832660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" name="Google Shape;382;p5"/>
            <p:cNvGrpSpPr/>
            <p:nvPr/>
          </p:nvGrpSpPr>
          <p:grpSpPr>
            <a:xfrm rot="3461228">
              <a:off x="1396133" y="1391023"/>
              <a:ext cx="363962" cy="416937"/>
              <a:chOff x="7852209" y="207243"/>
              <a:chExt cx="1130464" cy="1294452"/>
            </a:xfrm>
          </p:grpSpPr>
          <p:sp>
            <p:nvSpPr>
              <p:cNvPr id="383" name="Google Shape;383;p5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5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5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5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5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0" name="Google Shape;390;p5"/>
          <p:cNvGrpSpPr/>
          <p:nvPr/>
        </p:nvGrpSpPr>
        <p:grpSpPr>
          <a:xfrm>
            <a:off x="6714394" y="1145226"/>
            <a:ext cx="1570265" cy="1334021"/>
            <a:chOff x="488729" y="904566"/>
            <a:chExt cx="1362847" cy="1124249"/>
          </a:xfrm>
        </p:grpSpPr>
        <p:sp>
          <p:nvSpPr>
            <p:cNvPr id="391" name="Google Shape;391;p5"/>
            <p:cNvSpPr/>
            <p:nvPr/>
          </p:nvSpPr>
          <p:spPr>
            <a:xfrm rot="9396713">
              <a:off x="616737" y="1050360"/>
              <a:ext cx="906904" cy="832660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2" name="Google Shape;392;p5"/>
            <p:cNvGrpSpPr/>
            <p:nvPr/>
          </p:nvGrpSpPr>
          <p:grpSpPr>
            <a:xfrm rot="3461228">
              <a:off x="1396133" y="1391023"/>
              <a:ext cx="363962" cy="416937"/>
              <a:chOff x="7852209" y="207243"/>
              <a:chExt cx="1130464" cy="1294452"/>
            </a:xfrm>
          </p:grpSpPr>
          <p:sp>
            <p:nvSpPr>
              <p:cNvPr id="393" name="Google Shape;393;p5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5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5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5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5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5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5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0" name="Google Shape;400;p5"/>
          <p:cNvSpPr/>
          <p:nvPr/>
        </p:nvSpPr>
        <p:spPr>
          <a:xfrm flipH="1">
            <a:off x="1066613" y="96253"/>
            <a:ext cx="7205539" cy="1270325"/>
          </a:xfrm>
          <a:custGeom>
            <a:avLst/>
            <a:gdLst/>
            <a:ahLst/>
            <a:cxnLst/>
            <a:rect l="l" t="t" r="r" b="b"/>
            <a:pathLst>
              <a:path w="49400" h="45364" extrusionOk="0">
                <a:moveTo>
                  <a:pt x="14184" y="2711"/>
                </a:moveTo>
                <a:cubicBezTo>
                  <a:pt x="9663" y="5563"/>
                  <a:pt x="2430" y="12657"/>
                  <a:pt x="830" y="17734"/>
                </a:cubicBezTo>
                <a:cubicBezTo>
                  <a:pt x="-770" y="22811"/>
                  <a:pt x="-74" y="28585"/>
                  <a:pt x="4586" y="33175"/>
                </a:cubicBezTo>
                <a:cubicBezTo>
                  <a:pt x="9246" y="37766"/>
                  <a:pt x="21627" y="44929"/>
                  <a:pt x="28791" y="45277"/>
                </a:cubicBezTo>
                <a:cubicBezTo>
                  <a:pt x="35955" y="45625"/>
                  <a:pt x="44649" y="41244"/>
                  <a:pt x="47570" y="35262"/>
                </a:cubicBezTo>
                <a:cubicBezTo>
                  <a:pt x="50491" y="29281"/>
                  <a:pt x="49587" y="15161"/>
                  <a:pt x="46318" y="9388"/>
                </a:cubicBezTo>
                <a:cubicBezTo>
                  <a:pt x="43049" y="3615"/>
                  <a:pt x="33312" y="1737"/>
                  <a:pt x="27956" y="624"/>
                </a:cubicBezTo>
                <a:cubicBezTo>
                  <a:pt x="22600" y="-489"/>
                  <a:pt x="18705" y="-141"/>
                  <a:pt x="14184" y="2711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"/>
          <p:cNvSpPr/>
          <p:nvPr/>
        </p:nvSpPr>
        <p:spPr>
          <a:xfrm flipH="1">
            <a:off x="1066613" y="1302749"/>
            <a:ext cx="1762911" cy="1143317"/>
          </a:xfrm>
          <a:custGeom>
            <a:avLst/>
            <a:gdLst/>
            <a:ahLst/>
            <a:cxnLst/>
            <a:rect l="l" t="t" r="r" b="b"/>
            <a:pathLst>
              <a:path w="49400" h="45364" extrusionOk="0">
                <a:moveTo>
                  <a:pt x="14184" y="2711"/>
                </a:moveTo>
                <a:cubicBezTo>
                  <a:pt x="9663" y="5563"/>
                  <a:pt x="2430" y="12657"/>
                  <a:pt x="830" y="17734"/>
                </a:cubicBezTo>
                <a:cubicBezTo>
                  <a:pt x="-770" y="22811"/>
                  <a:pt x="-74" y="28585"/>
                  <a:pt x="4586" y="33175"/>
                </a:cubicBezTo>
                <a:cubicBezTo>
                  <a:pt x="9246" y="37766"/>
                  <a:pt x="21627" y="44929"/>
                  <a:pt x="28791" y="45277"/>
                </a:cubicBezTo>
                <a:cubicBezTo>
                  <a:pt x="35955" y="45625"/>
                  <a:pt x="44649" y="41244"/>
                  <a:pt x="47570" y="35262"/>
                </a:cubicBezTo>
                <a:cubicBezTo>
                  <a:pt x="50491" y="29281"/>
                  <a:pt x="49587" y="15161"/>
                  <a:pt x="46318" y="9388"/>
                </a:cubicBezTo>
                <a:cubicBezTo>
                  <a:pt x="43049" y="3615"/>
                  <a:pt x="33312" y="1737"/>
                  <a:pt x="27956" y="624"/>
                </a:cubicBezTo>
                <a:cubicBezTo>
                  <a:pt x="22600" y="-489"/>
                  <a:pt x="18705" y="-141"/>
                  <a:pt x="14184" y="2711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"/>
          <p:cNvSpPr/>
          <p:nvPr/>
        </p:nvSpPr>
        <p:spPr>
          <a:xfrm flipH="1">
            <a:off x="6712056" y="1234245"/>
            <a:ext cx="1598744" cy="1185931"/>
          </a:xfrm>
          <a:custGeom>
            <a:avLst/>
            <a:gdLst/>
            <a:ahLst/>
            <a:cxnLst/>
            <a:rect l="l" t="t" r="r" b="b"/>
            <a:pathLst>
              <a:path w="49400" h="45364" extrusionOk="0">
                <a:moveTo>
                  <a:pt x="14184" y="2711"/>
                </a:moveTo>
                <a:cubicBezTo>
                  <a:pt x="9663" y="5563"/>
                  <a:pt x="2430" y="12657"/>
                  <a:pt x="830" y="17734"/>
                </a:cubicBezTo>
                <a:cubicBezTo>
                  <a:pt x="-770" y="22811"/>
                  <a:pt x="-74" y="28585"/>
                  <a:pt x="4586" y="33175"/>
                </a:cubicBezTo>
                <a:cubicBezTo>
                  <a:pt x="9246" y="37766"/>
                  <a:pt x="21627" y="44929"/>
                  <a:pt x="28791" y="45277"/>
                </a:cubicBezTo>
                <a:cubicBezTo>
                  <a:pt x="35955" y="45625"/>
                  <a:pt x="44649" y="41244"/>
                  <a:pt x="47570" y="35262"/>
                </a:cubicBezTo>
                <a:cubicBezTo>
                  <a:pt x="50491" y="29281"/>
                  <a:pt x="49587" y="15161"/>
                  <a:pt x="46318" y="9388"/>
                </a:cubicBezTo>
                <a:cubicBezTo>
                  <a:pt x="43049" y="3615"/>
                  <a:pt x="33312" y="1737"/>
                  <a:pt x="27956" y="624"/>
                </a:cubicBezTo>
                <a:cubicBezTo>
                  <a:pt x="22600" y="-489"/>
                  <a:pt x="18705" y="-141"/>
                  <a:pt x="14184" y="2711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6"/>
          <p:cNvGrpSpPr/>
          <p:nvPr/>
        </p:nvGrpSpPr>
        <p:grpSpPr>
          <a:xfrm rot="5935278" flipH="1">
            <a:off x="3268177" y="24566"/>
            <a:ext cx="1436792" cy="1645216"/>
            <a:chOff x="7852209" y="207243"/>
            <a:chExt cx="1130464" cy="1294452"/>
          </a:xfrm>
        </p:grpSpPr>
        <p:sp>
          <p:nvSpPr>
            <p:cNvPr id="408" name="Google Shape;408;p6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6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6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6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6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5" name="Google Shape;415;p6"/>
          <p:cNvSpPr txBox="1">
            <a:spLocks noGrp="1"/>
          </p:cNvSpPr>
          <p:nvPr>
            <p:ph type="title"/>
          </p:nvPr>
        </p:nvSpPr>
        <p:spPr>
          <a:xfrm>
            <a:off x="187719" y="530815"/>
            <a:ext cx="4191776" cy="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/>
              <a:t>Publicul țintă</a:t>
            </a:r>
            <a:endParaRPr sz="4800"/>
          </a:p>
        </p:txBody>
      </p:sp>
      <p:sp>
        <p:nvSpPr>
          <p:cNvPr id="416" name="Google Shape;416;p6"/>
          <p:cNvSpPr txBox="1">
            <a:spLocks noGrp="1"/>
          </p:cNvSpPr>
          <p:nvPr>
            <p:ph type="subTitle" idx="1"/>
          </p:nvPr>
        </p:nvSpPr>
        <p:spPr>
          <a:xfrm>
            <a:off x="240632" y="1493220"/>
            <a:ext cx="4073193" cy="201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Persoane între </a:t>
            </a:r>
            <a:r>
              <a:rPr lang="ro-RO" sz="1800" b="1">
                <a:latin typeface="Times New Roman"/>
                <a:ea typeface="Times New Roman"/>
                <a:cs typeface="Times New Roman"/>
                <a:sym typeface="Times New Roman"/>
              </a:rPr>
              <a:t>15–45</a:t>
            </a: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 ani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Oameni </a:t>
            </a:r>
            <a:r>
              <a:rPr lang="ro-RO" sz="1800" b="1">
                <a:latin typeface="Times New Roman"/>
                <a:ea typeface="Times New Roman"/>
                <a:cs typeface="Times New Roman"/>
                <a:sym typeface="Times New Roman"/>
              </a:rPr>
              <a:t>preocupați de sănătate</a:t>
            </a: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, frumusețe și mediu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Vegani, vegetarieni, sportivi, persoane care </a:t>
            </a:r>
            <a:r>
              <a:rPr lang="ro-RO" sz="1800" b="1">
                <a:latin typeface="Times New Roman"/>
                <a:ea typeface="Times New Roman"/>
                <a:cs typeface="Times New Roman"/>
                <a:sym typeface="Times New Roman"/>
              </a:rPr>
              <a:t>evită produsele procesate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 b="1">
                <a:latin typeface="Times New Roman"/>
                <a:ea typeface="Times New Roman"/>
                <a:cs typeface="Times New Roman"/>
                <a:sym typeface="Times New Roman"/>
              </a:rPr>
              <a:t>Locuire</a:t>
            </a: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: orașe mari, unde trendul bio este în creștere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7" name="Google Shape;417;p6"/>
          <p:cNvPicPr preferRelativeResize="0"/>
          <p:nvPr/>
        </p:nvPicPr>
        <p:blipFill rotWithShape="1">
          <a:blip r:embed="rId3">
            <a:alphaModFix/>
          </a:blip>
          <a:srcRect l="14968" r="17808"/>
          <a:stretch/>
        </p:blipFill>
        <p:spPr>
          <a:xfrm>
            <a:off x="4379495" y="311100"/>
            <a:ext cx="4764506" cy="4832400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cxnSp>
        <p:nvCxnSpPr>
          <p:cNvPr id="418" name="Google Shape;418;p6"/>
          <p:cNvCxnSpPr/>
          <p:nvPr/>
        </p:nvCxnSpPr>
        <p:spPr>
          <a:xfrm>
            <a:off x="240632" y="1304215"/>
            <a:ext cx="4049169" cy="1322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9" name="Google Shape;419;p6"/>
          <p:cNvSpPr/>
          <p:nvPr/>
        </p:nvSpPr>
        <p:spPr>
          <a:xfrm rot="-10510262">
            <a:off x="-96357" y="3624633"/>
            <a:ext cx="4299832" cy="171069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rgbClr val="606A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0" name="Google Shape;420;p6"/>
          <p:cNvGrpSpPr/>
          <p:nvPr/>
        </p:nvGrpSpPr>
        <p:grpSpPr>
          <a:xfrm rot="5935278" flipH="1">
            <a:off x="1409809" y="3461350"/>
            <a:ext cx="1436792" cy="1645216"/>
            <a:chOff x="7852209" y="207243"/>
            <a:chExt cx="1130464" cy="1294452"/>
          </a:xfrm>
        </p:grpSpPr>
        <p:sp>
          <p:nvSpPr>
            <p:cNvPr id="421" name="Google Shape;421;p6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6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6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6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6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6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"/>
          <p:cNvSpPr txBox="1">
            <a:spLocks noGrp="1"/>
          </p:cNvSpPr>
          <p:nvPr>
            <p:ph type="subTitle" idx="1"/>
          </p:nvPr>
        </p:nvSpPr>
        <p:spPr>
          <a:xfrm>
            <a:off x="4647627" y="1518825"/>
            <a:ext cx="4434496" cy="285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3200">
                <a:latin typeface="Times New Roman"/>
                <a:ea typeface="Times New Roman"/>
                <a:cs typeface="Times New Roman"/>
                <a:sym typeface="Times New Roman"/>
              </a:rPr>
              <a:t>Avantajele </a:t>
            </a:r>
            <a:r>
              <a:rPr lang="ro-RO" sz="3200" b="1">
                <a:latin typeface="Times New Roman"/>
                <a:ea typeface="Times New Roman"/>
                <a:cs typeface="Times New Roman"/>
                <a:sym typeface="Times New Roman"/>
              </a:rPr>
              <a:t>BIOVERSE: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toate produsele sub aceeași marcă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ingrediente 100% naturale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imagine modernă, premium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biotehnologie → eficiență mai mare</a:t>
            </a:r>
            <a:endParaRPr/>
          </a:p>
        </p:txBody>
      </p:sp>
      <p:sp>
        <p:nvSpPr>
          <p:cNvPr id="433" name="Google Shape;433;p7"/>
          <p:cNvSpPr txBox="1">
            <a:spLocks noGrp="1"/>
          </p:cNvSpPr>
          <p:nvPr>
            <p:ph type="subTitle" idx="2"/>
          </p:nvPr>
        </p:nvSpPr>
        <p:spPr>
          <a:xfrm>
            <a:off x="905251" y="1518825"/>
            <a:ext cx="3468900" cy="277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3200">
                <a:latin typeface="Times New Roman"/>
                <a:ea typeface="Times New Roman"/>
                <a:cs typeface="Times New Roman"/>
                <a:sym typeface="Times New Roman"/>
              </a:rPr>
              <a:t>Concurenți:</a:t>
            </a:r>
            <a:r>
              <a:rPr lang="ro-RO" sz="2400"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firme de cosmetice bio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branduri de snacks-uri sănătoase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- companii de suplimente naturiste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4" name="Google Shape;434;p7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66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 concurenței</a:t>
            </a:r>
            <a:endParaRPr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35" name="Google Shape;435;p7"/>
          <p:cNvGrpSpPr/>
          <p:nvPr/>
        </p:nvGrpSpPr>
        <p:grpSpPr>
          <a:xfrm rot="1654017" flipH="1">
            <a:off x="387773" y="292588"/>
            <a:ext cx="1130501" cy="1294495"/>
            <a:chOff x="7852209" y="207243"/>
            <a:chExt cx="1130464" cy="1294452"/>
          </a:xfrm>
        </p:grpSpPr>
        <p:sp>
          <p:nvSpPr>
            <p:cNvPr id="436" name="Google Shape;436;p7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7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7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7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7"/>
          <p:cNvSpPr/>
          <p:nvPr/>
        </p:nvSpPr>
        <p:spPr>
          <a:xfrm rot="5400000">
            <a:off x="7489572" y="3226327"/>
            <a:ext cx="2421730" cy="1412623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"/>
          <p:cNvSpPr/>
          <p:nvPr/>
        </p:nvSpPr>
        <p:spPr>
          <a:xfrm rot="-10510652">
            <a:off x="-126520" y="4057327"/>
            <a:ext cx="2489459" cy="1040857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7"/>
          <p:cNvGrpSpPr/>
          <p:nvPr/>
        </p:nvGrpSpPr>
        <p:grpSpPr>
          <a:xfrm rot="6133009">
            <a:off x="2162501" y="4184448"/>
            <a:ext cx="764171" cy="838555"/>
            <a:chOff x="3167124" y="4181707"/>
            <a:chExt cx="764213" cy="838601"/>
          </a:xfrm>
        </p:grpSpPr>
        <p:sp>
          <p:nvSpPr>
            <p:cNvPr id="446" name="Google Shape;446;p7"/>
            <p:cNvSpPr/>
            <p:nvPr/>
          </p:nvSpPr>
          <p:spPr>
            <a:xfrm rot="-2757792">
              <a:off x="3249271" y="4903210"/>
              <a:ext cx="120711" cy="86966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7"/>
            <p:cNvSpPr/>
            <p:nvPr/>
          </p:nvSpPr>
          <p:spPr>
            <a:xfrm rot="-2757660">
              <a:off x="3183666" y="4567100"/>
              <a:ext cx="112540" cy="93747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7"/>
            <p:cNvSpPr/>
            <p:nvPr/>
          </p:nvSpPr>
          <p:spPr>
            <a:xfrm rot="-2757792">
              <a:off x="3520575" y="4210678"/>
              <a:ext cx="112295" cy="74736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7"/>
            <p:cNvSpPr/>
            <p:nvPr/>
          </p:nvSpPr>
          <p:spPr>
            <a:xfrm rot="-2757660">
              <a:off x="3571907" y="4709407"/>
              <a:ext cx="98241" cy="71386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7"/>
            <p:cNvSpPr/>
            <p:nvPr/>
          </p:nvSpPr>
          <p:spPr>
            <a:xfrm rot="-2757792">
              <a:off x="3756752" y="4415282"/>
              <a:ext cx="162982" cy="101401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8"/>
          <p:cNvPicPr preferRelativeResize="0"/>
          <p:nvPr/>
        </p:nvPicPr>
        <p:blipFill rotWithShape="1">
          <a:blip r:embed="rId3">
            <a:alphaModFix/>
          </a:blip>
          <a:srcRect l="21657" r="21657"/>
          <a:stretch/>
        </p:blipFill>
        <p:spPr>
          <a:xfrm>
            <a:off x="-36525" y="-54025"/>
            <a:ext cx="4419600" cy="5197800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456" name="Google Shape;456;p8"/>
          <p:cNvSpPr txBox="1">
            <a:spLocks noGrp="1"/>
          </p:cNvSpPr>
          <p:nvPr>
            <p:ph type="subTitle" idx="1"/>
          </p:nvPr>
        </p:nvSpPr>
        <p:spPr>
          <a:xfrm>
            <a:off x="4437310" y="1533166"/>
            <a:ext cx="4702080" cy="315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Website oficial + magazin online</a:t>
            </a:r>
            <a:endParaRPr/>
          </a:p>
          <a:p>
            <a:pPr marL="2857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Campanii pe Instagram, TikTok, YouTube</a:t>
            </a:r>
            <a:endParaRPr/>
          </a:p>
          <a:p>
            <a:pPr marL="2857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Colaborări cu influenceri pe zona de fitness și skincare</a:t>
            </a:r>
            <a:endParaRPr/>
          </a:p>
          <a:p>
            <a:pPr marL="2857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Ambalaje eco atractive	</a:t>
            </a:r>
            <a:endParaRPr/>
          </a:p>
          <a:p>
            <a:pPr marL="2857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ro-RO" sz="2000">
                <a:latin typeface="Times New Roman"/>
                <a:ea typeface="Times New Roman"/>
                <a:cs typeface="Times New Roman"/>
                <a:sym typeface="Times New Roman"/>
              </a:rPr>
              <a:t>Reduceri pentru abonamente lunare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8"/>
          <p:cNvSpPr txBox="1">
            <a:spLocks noGrp="1"/>
          </p:cNvSpPr>
          <p:nvPr>
            <p:ph type="title"/>
          </p:nvPr>
        </p:nvSpPr>
        <p:spPr>
          <a:xfrm>
            <a:off x="3715545" y="111566"/>
            <a:ext cx="5367141" cy="94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ro-RO" sz="4800">
                <a:latin typeface="Times New Roman"/>
                <a:ea typeface="Times New Roman"/>
                <a:cs typeface="Times New Roman"/>
                <a:sym typeface="Times New Roman"/>
              </a:rPr>
              <a:t>Strategii de promovare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58" name="Google Shape;458;p8"/>
          <p:cNvGrpSpPr/>
          <p:nvPr/>
        </p:nvGrpSpPr>
        <p:grpSpPr>
          <a:xfrm>
            <a:off x="2173275" y="4336271"/>
            <a:ext cx="2230262" cy="1930927"/>
            <a:chOff x="3309445" y="3048328"/>
            <a:chExt cx="2230262" cy="1930927"/>
          </a:xfrm>
        </p:grpSpPr>
        <p:sp>
          <p:nvSpPr>
            <p:cNvPr id="459" name="Google Shape;459;p8"/>
            <p:cNvSpPr/>
            <p:nvPr/>
          </p:nvSpPr>
          <p:spPr>
            <a:xfrm flipH="1">
              <a:off x="3309445" y="3292395"/>
              <a:ext cx="1837063" cy="1686860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8"/>
            <p:cNvGrpSpPr/>
            <p:nvPr/>
          </p:nvGrpSpPr>
          <p:grpSpPr>
            <a:xfrm rot="5935345" flipH="1">
              <a:off x="4696493" y="3055864"/>
              <a:ext cx="737622" cy="844624"/>
              <a:chOff x="7852209" y="207243"/>
              <a:chExt cx="1130464" cy="1294452"/>
            </a:xfrm>
          </p:grpSpPr>
          <p:sp>
            <p:nvSpPr>
              <p:cNvPr id="461" name="Google Shape;461;p8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8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8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8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8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8" name="Google Shape;468;p8"/>
          <p:cNvSpPr/>
          <p:nvPr/>
        </p:nvSpPr>
        <p:spPr>
          <a:xfrm rot="-3421462">
            <a:off x="-278023" y="-301141"/>
            <a:ext cx="3393597" cy="1979524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8"/>
          <p:cNvGrpSpPr/>
          <p:nvPr/>
        </p:nvGrpSpPr>
        <p:grpSpPr>
          <a:xfrm rot="600336" flipH="1">
            <a:off x="8357706" y="3483895"/>
            <a:ext cx="763721" cy="1539534"/>
            <a:chOff x="8415916" y="13915"/>
            <a:chExt cx="609239" cy="1228124"/>
          </a:xfrm>
        </p:grpSpPr>
        <p:sp>
          <p:nvSpPr>
            <p:cNvPr id="470" name="Google Shape;470;p8"/>
            <p:cNvSpPr/>
            <p:nvPr/>
          </p:nvSpPr>
          <p:spPr>
            <a:xfrm rot="-6214160">
              <a:off x="8841575" y="1152412"/>
              <a:ext cx="96292" cy="69373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8"/>
            <p:cNvSpPr/>
            <p:nvPr/>
          </p:nvSpPr>
          <p:spPr>
            <a:xfrm rot="-6214160">
              <a:off x="8552011" y="977837"/>
              <a:ext cx="89774" cy="74782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8"/>
            <p:cNvSpPr/>
            <p:nvPr/>
          </p:nvSpPr>
          <p:spPr>
            <a:xfrm rot="-6214160">
              <a:off x="8410612" y="525573"/>
              <a:ext cx="89578" cy="59617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8"/>
            <p:cNvSpPr/>
            <p:nvPr/>
          </p:nvSpPr>
          <p:spPr>
            <a:xfrm rot="-6214160">
              <a:off x="8639593" y="266784"/>
              <a:ext cx="114976" cy="87840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8"/>
            <p:cNvSpPr/>
            <p:nvPr/>
          </p:nvSpPr>
          <p:spPr>
            <a:xfrm rot="-6214160">
              <a:off x="8808879" y="786099"/>
              <a:ext cx="78367" cy="56945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rgbClr val="BDBF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8"/>
            <p:cNvSpPr/>
            <p:nvPr/>
          </p:nvSpPr>
          <p:spPr>
            <a:xfrm rot="-6214160">
              <a:off x="8905160" y="396696"/>
              <a:ext cx="130011" cy="80888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rgbClr val="CDD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8"/>
            <p:cNvSpPr/>
            <p:nvPr/>
          </p:nvSpPr>
          <p:spPr>
            <a:xfrm rot="-6214160">
              <a:off x="8937217" y="34796"/>
              <a:ext cx="92707" cy="63181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"/>
          <p:cNvSpPr txBox="1">
            <a:spLocks noGrp="1"/>
          </p:cNvSpPr>
          <p:nvPr>
            <p:ph type="title"/>
          </p:nvPr>
        </p:nvSpPr>
        <p:spPr>
          <a:xfrm>
            <a:off x="720000" y="108177"/>
            <a:ext cx="7704000" cy="75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latin typeface="Times New Roman"/>
                <a:ea typeface="Times New Roman"/>
                <a:cs typeface="Times New Roman"/>
                <a:sym typeface="Times New Roman"/>
              </a:rPr>
              <a:t>Structura organizațională</a:t>
            </a:r>
            <a:endParaRPr sz="4800">
              <a:solidFill>
                <a:schemeClr val="accent4"/>
              </a:solidFill>
            </a:endParaRPr>
          </a:p>
        </p:txBody>
      </p:sp>
      <p:sp>
        <p:nvSpPr>
          <p:cNvPr id="482" name="Google Shape;482;p9"/>
          <p:cNvSpPr txBox="1">
            <a:spLocks noGrp="1"/>
          </p:cNvSpPr>
          <p:nvPr>
            <p:ph type="subTitle" idx="1"/>
          </p:nvPr>
        </p:nvSpPr>
        <p:spPr>
          <a:xfrm flipH="1">
            <a:off x="864079" y="936640"/>
            <a:ext cx="3597626" cy="363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Director General</a:t>
            </a:r>
            <a:endParaRPr/>
          </a:p>
          <a:p>
            <a:pPr marL="28575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Departament Cercetare &amp; Dezvoltare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Marketing &amp; Social Media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Producție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Vânzări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Logistică și distribuție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483" name="Google Shape;483;p9"/>
          <p:cNvPicPr preferRelativeResize="0"/>
          <p:nvPr/>
        </p:nvPicPr>
        <p:blipFill rotWithShape="1">
          <a:blip r:embed="rId3">
            <a:alphaModFix/>
          </a:blip>
          <a:srcRect l="9568" r="9088"/>
          <a:stretch/>
        </p:blipFill>
        <p:spPr>
          <a:xfrm flipH="1">
            <a:off x="4295551" y="1027813"/>
            <a:ext cx="4848445" cy="4130755"/>
          </a:xfrm>
          <a:prstGeom prst="round2Same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484" name="Google Shape;484;p9"/>
          <p:cNvSpPr/>
          <p:nvPr/>
        </p:nvSpPr>
        <p:spPr>
          <a:xfrm rot="5400000">
            <a:off x="1170910" y="-511691"/>
            <a:ext cx="4484281" cy="6826102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rgbClr val="7D8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 sunt realizate produsele </a:t>
            </a:r>
            <a:r>
              <a:rPr lang="ro-RO" b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BIOVERSE: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10"/>
          <p:cNvSpPr txBox="1">
            <a:spLocks noGrp="1"/>
          </p:cNvSpPr>
          <p:nvPr>
            <p:ph type="body" idx="1"/>
          </p:nvPr>
        </p:nvSpPr>
        <p:spPr>
          <a:xfrm>
            <a:off x="1058320" y="1702464"/>
            <a:ext cx="3042600" cy="2353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Selectarea ingredientelor naturale</a:t>
            </a:r>
            <a:endParaRPr/>
          </a:p>
          <a:p>
            <a:pPr marL="495301" lvl="0" indent="-266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Extractarea compușilor activi (uleiuri, plante, proteine)</a:t>
            </a:r>
            <a:endParaRPr/>
          </a:p>
          <a:p>
            <a:pPr marL="495301" lvl="0" indent="-266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Formulare în laborator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10"/>
          <p:cNvSpPr txBox="1">
            <a:spLocks noGrp="1"/>
          </p:cNvSpPr>
          <p:nvPr>
            <p:ph type="body" idx="2"/>
          </p:nvPr>
        </p:nvSpPr>
        <p:spPr>
          <a:xfrm>
            <a:off x="5043070" y="1918089"/>
            <a:ext cx="3209940" cy="233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4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Testare calitate </a:t>
            </a:r>
            <a:endParaRPr/>
          </a:p>
          <a:p>
            <a:pPr marL="495301" lvl="0" indent="-266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4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Ambalare eco-friendly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1" lvl="0" indent="-266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95301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 startAt="4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Distribuție către clienți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2" name="Google Shape;492;p10"/>
          <p:cNvCxnSpPr/>
          <p:nvPr/>
        </p:nvCxnSpPr>
        <p:spPr>
          <a:xfrm>
            <a:off x="1193494" y="973125"/>
            <a:ext cx="6799537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3" name="Google Shape;493;p10"/>
          <p:cNvSpPr/>
          <p:nvPr/>
        </p:nvSpPr>
        <p:spPr>
          <a:xfrm rot="-3421462">
            <a:off x="-1284673" y="-16637"/>
            <a:ext cx="3393597" cy="1979524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4" name="Google Shape;494;p10"/>
          <p:cNvGrpSpPr/>
          <p:nvPr/>
        </p:nvGrpSpPr>
        <p:grpSpPr>
          <a:xfrm rot="500337" flipH="1">
            <a:off x="436760" y="1024169"/>
            <a:ext cx="916662" cy="1049636"/>
            <a:chOff x="7852209" y="207243"/>
            <a:chExt cx="1130464" cy="1294452"/>
          </a:xfrm>
        </p:grpSpPr>
        <p:sp>
          <p:nvSpPr>
            <p:cNvPr id="495" name="Google Shape;495;p10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0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0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0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10"/>
          <p:cNvGrpSpPr/>
          <p:nvPr/>
        </p:nvGrpSpPr>
        <p:grpSpPr>
          <a:xfrm rot="10571371" flipH="1">
            <a:off x="7809186" y="3843939"/>
            <a:ext cx="840322" cy="962222"/>
            <a:chOff x="7852209" y="207243"/>
            <a:chExt cx="1130464" cy="1294452"/>
          </a:xfrm>
        </p:grpSpPr>
        <p:sp>
          <p:nvSpPr>
            <p:cNvPr id="503" name="Google Shape;503;p10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0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0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0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0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0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0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0" name="Google Shape;510;p10"/>
          <p:cNvGrpSpPr/>
          <p:nvPr/>
        </p:nvGrpSpPr>
        <p:grpSpPr>
          <a:xfrm flipH="1">
            <a:off x="28264" y="859578"/>
            <a:ext cx="5286978" cy="4340841"/>
            <a:chOff x="4521762" y="916350"/>
            <a:chExt cx="4072545" cy="4283443"/>
          </a:xfrm>
        </p:grpSpPr>
        <p:sp>
          <p:nvSpPr>
            <p:cNvPr id="511" name="Google Shape;511;p10"/>
            <p:cNvSpPr/>
            <p:nvPr/>
          </p:nvSpPr>
          <p:spPr>
            <a:xfrm rot="5060848" flipH="1">
              <a:off x="4700068" y="1452938"/>
              <a:ext cx="3613644" cy="3176412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0"/>
            <p:cNvSpPr/>
            <p:nvPr/>
          </p:nvSpPr>
          <p:spPr>
            <a:xfrm rot="6262253" flipH="1">
              <a:off x="4768213" y="1414603"/>
              <a:ext cx="3579642" cy="328693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p10"/>
          <p:cNvGrpSpPr/>
          <p:nvPr/>
        </p:nvGrpSpPr>
        <p:grpSpPr>
          <a:xfrm flipH="1">
            <a:off x="4019898" y="914884"/>
            <a:ext cx="5286977" cy="4340841"/>
            <a:chOff x="4391713" y="899423"/>
            <a:chExt cx="4072545" cy="4283443"/>
          </a:xfrm>
        </p:grpSpPr>
        <p:sp>
          <p:nvSpPr>
            <p:cNvPr id="514" name="Google Shape;514;p10"/>
            <p:cNvSpPr/>
            <p:nvPr/>
          </p:nvSpPr>
          <p:spPr>
            <a:xfrm rot="5060848" flipH="1">
              <a:off x="4700068" y="1452938"/>
              <a:ext cx="3613644" cy="3176412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 rot="6262253" flipH="1">
              <a:off x="4638164" y="1397676"/>
              <a:ext cx="3579642" cy="328693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11"/>
          <p:cNvGrpSpPr/>
          <p:nvPr/>
        </p:nvGrpSpPr>
        <p:grpSpPr>
          <a:xfrm>
            <a:off x="116426" y="-163468"/>
            <a:ext cx="8778502" cy="5547492"/>
            <a:chOff x="329799" y="534185"/>
            <a:chExt cx="4458359" cy="4035001"/>
          </a:xfrm>
        </p:grpSpPr>
        <p:sp>
          <p:nvSpPr>
            <p:cNvPr id="521" name="Google Shape;521;p11"/>
            <p:cNvSpPr/>
            <p:nvPr/>
          </p:nvSpPr>
          <p:spPr>
            <a:xfrm rot="204443" flipH="1">
              <a:off x="567095" y="823084"/>
              <a:ext cx="3827486" cy="351432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1"/>
            <p:cNvSpPr/>
            <p:nvPr/>
          </p:nvSpPr>
          <p:spPr>
            <a:xfrm rot="204437" flipH="1">
              <a:off x="438667" y="656853"/>
              <a:ext cx="4240623" cy="378966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1"/>
          <p:cNvSpPr txBox="1">
            <a:spLocks noGrp="1"/>
          </p:cNvSpPr>
          <p:nvPr>
            <p:ph type="title"/>
          </p:nvPr>
        </p:nvSpPr>
        <p:spPr>
          <a:xfrm>
            <a:off x="829824" y="426511"/>
            <a:ext cx="6285338" cy="1001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latin typeface="Times New Roman"/>
                <a:ea typeface="Times New Roman"/>
                <a:cs typeface="Times New Roman"/>
                <a:sym typeface="Times New Roman"/>
              </a:rPr>
              <a:t>Resurse necesare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11"/>
          <p:cNvSpPr txBox="1">
            <a:spLocks noGrp="1"/>
          </p:cNvSpPr>
          <p:nvPr>
            <p:ph type="subTitle" idx="1"/>
          </p:nvPr>
        </p:nvSpPr>
        <p:spPr>
          <a:xfrm>
            <a:off x="560929" y="1438794"/>
            <a:ext cx="7176191" cy="265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Laborator bio pentru formulări </a:t>
            </a:r>
            <a:endParaRPr/>
          </a:p>
          <a:p>
            <a:pPr marL="285750" lvl="0" indent="-1079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Spațiu de producție</a:t>
            </a:r>
            <a:endParaRPr/>
          </a:p>
          <a:p>
            <a:pPr marL="285750" lvl="0" indent="-1079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Echipamente pentru procesare alimentară și cosmetică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Materii prime naturale (plante, extracte, uleiuri)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marL="28575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ro-RO" sz="1800">
                <a:latin typeface="Times New Roman"/>
                <a:ea typeface="Times New Roman"/>
                <a:cs typeface="Times New Roman"/>
                <a:sym typeface="Times New Roman"/>
              </a:rPr>
              <a:t>Buget pentru marketing și distribuție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7563126" y="3848976"/>
            <a:ext cx="1580818" cy="1294525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1"/>
          <p:cNvSpPr/>
          <p:nvPr/>
        </p:nvSpPr>
        <p:spPr>
          <a:xfrm rot="6380618">
            <a:off x="5538725" y="2728109"/>
            <a:ext cx="4396790" cy="2564698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11"/>
          <p:cNvGrpSpPr/>
          <p:nvPr/>
        </p:nvGrpSpPr>
        <p:grpSpPr>
          <a:xfrm rot="-405693">
            <a:off x="7269940" y="250585"/>
            <a:ext cx="1251081" cy="1432551"/>
            <a:chOff x="7852209" y="207243"/>
            <a:chExt cx="1130464" cy="1294452"/>
          </a:xfrm>
        </p:grpSpPr>
        <p:sp>
          <p:nvSpPr>
            <p:cNvPr id="528" name="Google Shape;528;p11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1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1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1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1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1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1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11"/>
          <p:cNvSpPr/>
          <p:nvPr/>
        </p:nvSpPr>
        <p:spPr>
          <a:xfrm rot="-4397810">
            <a:off x="-681464" y="163162"/>
            <a:ext cx="2456801" cy="94819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36" name="Google Shape;536;p11" descr="A laboratory equipment with a plan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2666" y="1299171"/>
            <a:ext cx="1552386" cy="1195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12"/>
          <p:cNvGrpSpPr/>
          <p:nvPr/>
        </p:nvGrpSpPr>
        <p:grpSpPr>
          <a:xfrm>
            <a:off x="233305" y="-68200"/>
            <a:ext cx="8778502" cy="5409501"/>
            <a:chOff x="329799" y="534185"/>
            <a:chExt cx="4458359" cy="4035001"/>
          </a:xfrm>
        </p:grpSpPr>
        <p:sp>
          <p:nvSpPr>
            <p:cNvPr id="542" name="Google Shape;542;p12"/>
            <p:cNvSpPr/>
            <p:nvPr/>
          </p:nvSpPr>
          <p:spPr>
            <a:xfrm rot="204443" flipH="1">
              <a:off x="567095" y="823084"/>
              <a:ext cx="3827486" cy="351432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F0F2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2"/>
            <p:cNvSpPr/>
            <p:nvPr/>
          </p:nvSpPr>
          <p:spPr>
            <a:xfrm rot="204437" flipH="1">
              <a:off x="438667" y="656853"/>
              <a:ext cx="4240623" cy="378966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F0F2EC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" name="Google Shape;544;p12"/>
          <p:cNvSpPr/>
          <p:nvPr/>
        </p:nvSpPr>
        <p:spPr>
          <a:xfrm>
            <a:off x="7563126" y="3848976"/>
            <a:ext cx="1580818" cy="1294525"/>
          </a:xfrm>
          <a:custGeom>
            <a:avLst/>
            <a:gdLst/>
            <a:ahLst/>
            <a:cxnLst/>
            <a:rect l="l" t="t" r="r" b="b"/>
            <a:pathLst>
              <a:path w="78589" h="70088" extrusionOk="0">
                <a:moveTo>
                  <a:pt x="69862" y="1"/>
                </a:moveTo>
                <a:cubicBezTo>
                  <a:pt x="59818" y="1"/>
                  <a:pt x="42955" y="2489"/>
                  <a:pt x="29331" y="16859"/>
                </a:cubicBezTo>
                <a:cubicBezTo>
                  <a:pt x="10044" y="37196"/>
                  <a:pt x="16092" y="47947"/>
                  <a:pt x="1" y="70087"/>
                </a:cubicBezTo>
                <a:lnTo>
                  <a:pt x="78588" y="70087"/>
                </a:lnTo>
                <a:lnTo>
                  <a:pt x="78588" y="699"/>
                </a:lnTo>
                <a:cubicBezTo>
                  <a:pt x="78588" y="699"/>
                  <a:pt x="75182" y="1"/>
                  <a:pt x="69862" y="1"/>
                </a:cubicBezTo>
                <a:close/>
              </a:path>
            </a:pathLst>
          </a:custGeom>
          <a:solidFill>
            <a:srgbClr val="CDD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 rot="6380618">
            <a:off x="5538725" y="2728109"/>
            <a:ext cx="4396790" cy="2564698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12"/>
          <p:cNvGrpSpPr/>
          <p:nvPr/>
        </p:nvGrpSpPr>
        <p:grpSpPr>
          <a:xfrm rot="-405693">
            <a:off x="7269940" y="250585"/>
            <a:ext cx="1251081" cy="1432551"/>
            <a:chOff x="7852209" y="207243"/>
            <a:chExt cx="1130464" cy="1294452"/>
          </a:xfrm>
        </p:grpSpPr>
        <p:sp>
          <p:nvSpPr>
            <p:cNvPr id="547" name="Google Shape;547;p12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2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2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12"/>
          <p:cNvSpPr/>
          <p:nvPr/>
        </p:nvSpPr>
        <p:spPr>
          <a:xfrm rot="-4397810">
            <a:off x="-681464" y="163162"/>
            <a:ext cx="2456801" cy="948190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55" name="Google Shape;555;p12"/>
          <p:cNvGraphicFramePr/>
          <p:nvPr/>
        </p:nvGraphicFramePr>
        <p:xfrm>
          <a:off x="1228161" y="655156"/>
          <a:ext cx="6096000" cy="4284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6" name="Google Shape;556;p12"/>
          <p:cNvSpPr txBox="1">
            <a:spLocks noGrp="1"/>
          </p:cNvSpPr>
          <p:nvPr>
            <p:ph type="title"/>
          </p:nvPr>
        </p:nvSpPr>
        <p:spPr>
          <a:xfrm>
            <a:off x="683325" y="122855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4"/>
                </a:solidFill>
              </a:rPr>
              <a:t> Buget estimativ</a:t>
            </a:r>
            <a:endParaRPr sz="4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13"/>
          <p:cNvGrpSpPr/>
          <p:nvPr/>
        </p:nvGrpSpPr>
        <p:grpSpPr>
          <a:xfrm rot="-10595668">
            <a:off x="1417796" y="2489487"/>
            <a:ext cx="1211693" cy="1048723"/>
            <a:chOff x="4752657" y="1274338"/>
            <a:chExt cx="1465948" cy="1268781"/>
          </a:xfrm>
        </p:grpSpPr>
        <p:sp>
          <p:nvSpPr>
            <p:cNvPr id="562" name="Google Shape;562;p13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" name="Google Shape;564;p13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565" name="Google Shape;565;p13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13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13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3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13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13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3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2" name="Google Shape;572;p13"/>
          <p:cNvGrpSpPr/>
          <p:nvPr/>
        </p:nvGrpSpPr>
        <p:grpSpPr>
          <a:xfrm rot="-9356803">
            <a:off x="4167542" y="2602913"/>
            <a:ext cx="1211715" cy="1048742"/>
            <a:chOff x="4752657" y="1274338"/>
            <a:chExt cx="1465948" cy="1268781"/>
          </a:xfrm>
        </p:grpSpPr>
        <p:sp>
          <p:nvSpPr>
            <p:cNvPr id="573" name="Google Shape;573;p13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5" name="Google Shape;575;p13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576" name="Google Shape;576;p13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3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3" name="Google Shape;583;p13"/>
          <p:cNvGrpSpPr/>
          <p:nvPr/>
        </p:nvGrpSpPr>
        <p:grpSpPr>
          <a:xfrm rot="1471491">
            <a:off x="6559488" y="2484224"/>
            <a:ext cx="1211712" cy="1048739"/>
            <a:chOff x="4752657" y="1274338"/>
            <a:chExt cx="1465948" cy="1268781"/>
          </a:xfrm>
        </p:grpSpPr>
        <p:sp>
          <p:nvSpPr>
            <p:cNvPr id="584" name="Google Shape;584;p13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6" name="Google Shape;586;p13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587" name="Google Shape;587;p13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4" name="Google Shape;594;p13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4"/>
                </a:solidFill>
              </a:rPr>
              <a:t>Plan de dezvoltare </a:t>
            </a:r>
            <a:endParaRPr sz="4800">
              <a:solidFill>
                <a:schemeClr val="accent4"/>
              </a:solidFill>
            </a:endParaRPr>
          </a:p>
        </p:txBody>
      </p:sp>
      <p:sp>
        <p:nvSpPr>
          <p:cNvPr id="595" name="Google Shape;595;p13"/>
          <p:cNvSpPr txBox="1">
            <a:spLocks noGrp="1"/>
          </p:cNvSpPr>
          <p:nvPr>
            <p:ph type="sldNum" idx="4294967295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o-RO"/>
              <a:t>13</a:t>
            </a:fld>
            <a:endParaRPr/>
          </a:p>
        </p:txBody>
      </p:sp>
      <p:cxnSp>
        <p:nvCxnSpPr>
          <p:cNvPr id="596" name="Google Shape;596;p13"/>
          <p:cNvCxnSpPr/>
          <p:nvPr/>
        </p:nvCxnSpPr>
        <p:spPr>
          <a:xfrm>
            <a:off x="4100200" y="973125"/>
            <a:ext cx="5101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13"/>
          <p:cNvCxnSpPr/>
          <p:nvPr/>
        </p:nvCxnSpPr>
        <p:spPr>
          <a:xfrm rot="5400000">
            <a:off x="1403921" y="2220332"/>
            <a:ext cx="843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diamond" w="med" len="med"/>
            <a:tailEnd type="oval" w="med" len="med"/>
          </a:ln>
        </p:spPr>
      </p:cxnSp>
      <p:cxnSp>
        <p:nvCxnSpPr>
          <p:cNvPr id="598" name="Google Shape;598;p13"/>
          <p:cNvCxnSpPr/>
          <p:nvPr/>
        </p:nvCxnSpPr>
        <p:spPr>
          <a:xfrm rot="5400000">
            <a:off x="4150500" y="2255482"/>
            <a:ext cx="843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diamond" w="med" len="med"/>
            <a:tailEnd type="oval" w="med" len="med"/>
          </a:ln>
        </p:spPr>
      </p:cxnSp>
      <p:cxnSp>
        <p:nvCxnSpPr>
          <p:cNvPr id="599" name="Google Shape;599;p13"/>
          <p:cNvCxnSpPr/>
          <p:nvPr/>
        </p:nvCxnSpPr>
        <p:spPr>
          <a:xfrm rot="5400000">
            <a:off x="6928901" y="2244849"/>
            <a:ext cx="843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diamond" w="med" len="med"/>
            <a:tailEnd type="oval" w="med" len="med"/>
          </a:ln>
        </p:spPr>
      </p:cxnSp>
      <p:sp>
        <p:nvSpPr>
          <p:cNvPr id="600" name="Google Shape;600;p13"/>
          <p:cNvSpPr txBox="1"/>
          <p:nvPr/>
        </p:nvSpPr>
        <p:spPr>
          <a:xfrm>
            <a:off x="603397" y="3803840"/>
            <a:ext cx="2619565" cy="52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Lansare magazin fizic</a:t>
            </a:r>
            <a:endParaRPr sz="24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13"/>
          <p:cNvSpPr txBox="1"/>
          <p:nvPr/>
        </p:nvSpPr>
        <p:spPr>
          <a:xfrm>
            <a:off x="3018782" y="3650790"/>
            <a:ext cx="3223268" cy="83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Extinderea colecției de cosmetice premium</a:t>
            </a:r>
            <a:endParaRPr sz="24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13"/>
          <p:cNvSpPr txBox="1"/>
          <p:nvPr/>
        </p:nvSpPr>
        <p:spPr>
          <a:xfrm>
            <a:off x="6125219" y="3740064"/>
            <a:ext cx="2686203" cy="637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internațional în Europa</a:t>
            </a:r>
            <a:endParaRPr sz="24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4294967295"/>
          </p:nvPr>
        </p:nvSpPr>
        <p:spPr>
          <a:xfrm>
            <a:off x="1429032" y="2851310"/>
            <a:ext cx="734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4"/>
                </a:solidFill>
              </a:rPr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04" name="Google Shape;604;p13"/>
          <p:cNvSpPr txBox="1">
            <a:spLocks noGrp="1"/>
          </p:cNvSpPr>
          <p:nvPr>
            <p:ph type="title" idx="4294967295"/>
          </p:nvPr>
        </p:nvSpPr>
        <p:spPr>
          <a:xfrm>
            <a:off x="4198205" y="2875402"/>
            <a:ext cx="734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4"/>
                </a:solidFill>
              </a:rPr>
              <a:t>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05" name="Google Shape;605;p13"/>
          <p:cNvSpPr txBox="1">
            <a:spLocks noGrp="1"/>
          </p:cNvSpPr>
          <p:nvPr>
            <p:ph type="title" idx="4294967295"/>
          </p:nvPr>
        </p:nvSpPr>
        <p:spPr>
          <a:xfrm>
            <a:off x="7015692" y="2848455"/>
            <a:ext cx="734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4"/>
                </a:solidFill>
              </a:rPr>
              <a:t>3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606" name="Google Shape;606;p13"/>
          <p:cNvGrpSpPr/>
          <p:nvPr/>
        </p:nvGrpSpPr>
        <p:grpSpPr>
          <a:xfrm>
            <a:off x="9684" y="1715821"/>
            <a:ext cx="9212400" cy="359937"/>
            <a:chOff x="-34200" y="2557056"/>
            <a:chExt cx="9212400" cy="359937"/>
          </a:xfrm>
        </p:grpSpPr>
        <p:sp>
          <p:nvSpPr>
            <p:cNvPr id="607" name="Google Shape;607;p13"/>
            <p:cNvSpPr/>
            <p:nvPr/>
          </p:nvSpPr>
          <p:spPr>
            <a:xfrm>
              <a:off x="-34200" y="2557056"/>
              <a:ext cx="9212400" cy="276925"/>
            </a:xfrm>
            <a:custGeom>
              <a:avLst/>
              <a:gdLst/>
              <a:ahLst/>
              <a:cxnLst/>
              <a:rect l="l" t="t" r="r" b="b"/>
              <a:pathLst>
                <a:path w="368496" h="11077" extrusionOk="0">
                  <a:moveTo>
                    <a:pt x="0" y="9790"/>
                  </a:moveTo>
                  <a:cubicBezTo>
                    <a:pt x="17110" y="8469"/>
                    <a:pt x="68858" y="1652"/>
                    <a:pt x="102661" y="1861"/>
                  </a:cubicBezTo>
                  <a:cubicBezTo>
                    <a:pt x="136464" y="2070"/>
                    <a:pt x="166721" y="11320"/>
                    <a:pt x="202819" y="11042"/>
                  </a:cubicBezTo>
                  <a:cubicBezTo>
                    <a:pt x="238918" y="10764"/>
                    <a:pt x="291639" y="956"/>
                    <a:pt x="319252" y="191"/>
                  </a:cubicBezTo>
                  <a:cubicBezTo>
                    <a:pt x="346865" y="-574"/>
                    <a:pt x="360289" y="5408"/>
                    <a:pt x="368496" y="6451"/>
                  </a:cubicBez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3"/>
            <p:cNvSpPr/>
            <p:nvPr/>
          </p:nvSpPr>
          <p:spPr>
            <a:xfrm rot="10800000" flipH="1">
              <a:off x="-34200" y="2640068"/>
              <a:ext cx="9212400" cy="276925"/>
            </a:xfrm>
            <a:custGeom>
              <a:avLst/>
              <a:gdLst/>
              <a:ahLst/>
              <a:cxnLst/>
              <a:rect l="l" t="t" r="r" b="b"/>
              <a:pathLst>
                <a:path w="368496" h="11077" extrusionOk="0">
                  <a:moveTo>
                    <a:pt x="0" y="9790"/>
                  </a:moveTo>
                  <a:cubicBezTo>
                    <a:pt x="17110" y="8469"/>
                    <a:pt x="68858" y="1652"/>
                    <a:pt x="102661" y="1861"/>
                  </a:cubicBezTo>
                  <a:cubicBezTo>
                    <a:pt x="136464" y="2070"/>
                    <a:pt x="166721" y="11320"/>
                    <a:pt x="202819" y="11042"/>
                  </a:cubicBezTo>
                  <a:cubicBezTo>
                    <a:pt x="238918" y="10764"/>
                    <a:pt x="291639" y="956"/>
                    <a:pt x="319252" y="191"/>
                  </a:cubicBezTo>
                  <a:cubicBezTo>
                    <a:pt x="346865" y="-574"/>
                    <a:pt x="360289" y="5408"/>
                    <a:pt x="368496" y="64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9" name="Google Shape;609;p13"/>
          <p:cNvGrpSpPr/>
          <p:nvPr/>
        </p:nvGrpSpPr>
        <p:grpSpPr>
          <a:xfrm rot="6139633" flipH="1">
            <a:off x="7941172" y="2111"/>
            <a:ext cx="832911" cy="953736"/>
            <a:chOff x="7852209" y="207243"/>
            <a:chExt cx="1130464" cy="1294452"/>
          </a:xfrm>
        </p:grpSpPr>
        <p:sp>
          <p:nvSpPr>
            <p:cNvPr id="610" name="Google Shape;610;p13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3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13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3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14"/>
          <p:cNvGrpSpPr/>
          <p:nvPr/>
        </p:nvGrpSpPr>
        <p:grpSpPr>
          <a:xfrm rot="-10595668">
            <a:off x="1338745" y="2767476"/>
            <a:ext cx="1211693" cy="1048723"/>
            <a:chOff x="4752657" y="1274338"/>
            <a:chExt cx="1465948" cy="1268781"/>
          </a:xfrm>
        </p:grpSpPr>
        <p:sp>
          <p:nvSpPr>
            <p:cNvPr id="622" name="Google Shape;622;p14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4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4" name="Google Shape;624;p14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625" name="Google Shape;625;p1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2" name="Google Shape;632;p14"/>
          <p:cNvGrpSpPr/>
          <p:nvPr/>
        </p:nvGrpSpPr>
        <p:grpSpPr>
          <a:xfrm rot="-9356803">
            <a:off x="4449682" y="2876698"/>
            <a:ext cx="1211715" cy="1048742"/>
            <a:chOff x="4752657" y="1274338"/>
            <a:chExt cx="1465948" cy="1268781"/>
          </a:xfrm>
        </p:grpSpPr>
        <p:sp>
          <p:nvSpPr>
            <p:cNvPr id="633" name="Google Shape;633;p14"/>
            <p:cNvSpPr/>
            <p:nvPr/>
          </p:nvSpPr>
          <p:spPr>
            <a:xfrm rot="10800000" flipH="1">
              <a:off x="5010898" y="1274338"/>
              <a:ext cx="1207707" cy="1108923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4"/>
            <p:cNvSpPr/>
            <p:nvPr/>
          </p:nvSpPr>
          <p:spPr>
            <a:xfrm rot="10800000" flipH="1">
              <a:off x="5252452" y="1394095"/>
              <a:ext cx="966140" cy="887206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" name="Google Shape;635;p14"/>
            <p:cNvGrpSpPr/>
            <p:nvPr/>
          </p:nvGrpSpPr>
          <p:grpSpPr>
            <a:xfrm rot="-4864809" flipH="1">
              <a:off x="4822054" y="1983003"/>
              <a:ext cx="484841" cy="555173"/>
              <a:chOff x="7852209" y="207243"/>
              <a:chExt cx="1130464" cy="1294452"/>
            </a:xfrm>
          </p:grpSpPr>
          <p:sp>
            <p:nvSpPr>
              <p:cNvPr id="636" name="Google Shape;636;p14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3" name="Google Shape;643;p1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o-RO"/>
              <a:t>14</a:t>
            </a:fld>
            <a:endParaRPr/>
          </a:p>
        </p:txBody>
      </p:sp>
      <p:cxnSp>
        <p:nvCxnSpPr>
          <p:cNvPr id="644" name="Google Shape;644;p14"/>
          <p:cNvCxnSpPr/>
          <p:nvPr/>
        </p:nvCxnSpPr>
        <p:spPr>
          <a:xfrm>
            <a:off x="0" y="973125"/>
            <a:ext cx="5853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45" name="Google Shape;645;p14"/>
          <p:cNvGrpSpPr/>
          <p:nvPr/>
        </p:nvGrpSpPr>
        <p:grpSpPr>
          <a:xfrm rot="-1654017">
            <a:off x="7852349" y="206863"/>
            <a:ext cx="1130501" cy="1294495"/>
            <a:chOff x="7852209" y="207243"/>
            <a:chExt cx="1130464" cy="1294452"/>
          </a:xfrm>
        </p:grpSpPr>
        <p:sp>
          <p:nvSpPr>
            <p:cNvPr id="646" name="Google Shape;646;p14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4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14"/>
          <p:cNvSpPr txBox="1">
            <a:spLocks noGrp="1"/>
          </p:cNvSpPr>
          <p:nvPr>
            <p:ph type="sldNum" idx="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ro-RO"/>
              <a:t>14</a:t>
            </a:fld>
            <a:endParaRPr/>
          </a:p>
        </p:txBody>
      </p:sp>
      <p:grpSp>
        <p:nvGrpSpPr>
          <p:cNvPr id="654" name="Google Shape;654;p14"/>
          <p:cNvGrpSpPr/>
          <p:nvPr/>
        </p:nvGrpSpPr>
        <p:grpSpPr>
          <a:xfrm>
            <a:off x="0" y="2027504"/>
            <a:ext cx="6122646" cy="429325"/>
            <a:chOff x="-34200" y="2487675"/>
            <a:chExt cx="6122646" cy="429325"/>
          </a:xfrm>
        </p:grpSpPr>
        <p:sp>
          <p:nvSpPr>
            <p:cNvPr id="655" name="Google Shape;655;p14"/>
            <p:cNvSpPr/>
            <p:nvPr/>
          </p:nvSpPr>
          <p:spPr>
            <a:xfrm>
              <a:off x="-32273" y="2487675"/>
              <a:ext cx="6120719" cy="276925"/>
            </a:xfrm>
            <a:custGeom>
              <a:avLst/>
              <a:gdLst/>
              <a:ahLst/>
              <a:cxnLst/>
              <a:rect l="l" t="t" r="r" b="b"/>
              <a:pathLst>
                <a:path w="368496" h="11077" extrusionOk="0">
                  <a:moveTo>
                    <a:pt x="0" y="9790"/>
                  </a:moveTo>
                  <a:cubicBezTo>
                    <a:pt x="17110" y="8469"/>
                    <a:pt x="68858" y="1652"/>
                    <a:pt x="102661" y="1861"/>
                  </a:cubicBezTo>
                  <a:cubicBezTo>
                    <a:pt x="136464" y="2070"/>
                    <a:pt x="166721" y="11320"/>
                    <a:pt x="202819" y="11042"/>
                  </a:cubicBezTo>
                  <a:cubicBezTo>
                    <a:pt x="238918" y="10764"/>
                    <a:pt x="291639" y="956"/>
                    <a:pt x="319252" y="191"/>
                  </a:cubicBezTo>
                  <a:cubicBezTo>
                    <a:pt x="346865" y="-574"/>
                    <a:pt x="360289" y="5408"/>
                    <a:pt x="368496" y="6451"/>
                  </a:cubicBezTo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 rot="10800000" flipH="1">
              <a:off x="-34200" y="2640075"/>
              <a:ext cx="6120719" cy="276925"/>
            </a:xfrm>
            <a:custGeom>
              <a:avLst/>
              <a:gdLst/>
              <a:ahLst/>
              <a:cxnLst/>
              <a:rect l="l" t="t" r="r" b="b"/>
              <a:pathLst>
                <a:path w="368496" h="11077" extrusionOk="0">
                  <a:moveTo>
                    <a:pt x="0" y="9790"/>
                  </a:moveTo>
                  <a:cubicBezTo>
                    <a:pt x="17110" y="8469"/>
                    <a:pt x="68858" y="1652"/>
                    <a:pt x="102661" y="1861"/>
                  </a:cubicBezTo>
                  <a:cubicBezTo>
                    <a:pt x="136464" y="2070"/>
                    <a:pt x="166721" y="11320"/>
                    <a:pt x="202819" y="11042"/>
                  </a:cubicBezTo>
                  <a:cubicBezTo>
                    <a:pt x="238918" y="10764"/>
                    <a:pt x="291639" y="956"/>
                    <a:pt x="319252" y="191"/>
                  </a:cubicBezTo>
                  <a:cubicBezTo>
                    <a:pt x="346865" y="-574"/>
                    <a:pt x="360289" y="5408"/>
                    <a:pt x="368496" y="64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7" name="Google Shape;657;p14"/>
          <p:cNvCxnSpPr/>
          <p:nvPr/>
        </p:nvCxnSpPr>
        <p:spPr>
          <a:xfrm rot="5400000">
            <a:off x="1259977" y="2541271"/>
            <a:ext cx="843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diamond" w="med" len="med"/>
            <a:tailEnd type="oval" w="med" len="med"/>
          </a:ln>
        </p:spPr>
      </p:cxnSp>
      <p:cxnSp>
        <p:nvCxnSpPr>
          <p:cNvPr id="658" name="Google Shape;658;p14"/>
          <p:cNvCxnSpPr/>
          <p:nvPr/>
        </p:nvCxnSpPr>
        <p:spPr>
          <a:xfrm rot="5400000">
            <a:off x="4508245" y="2541271"/>
            <a:ext cx="843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diamond" w="med" len="med"/>
            <a:tailEnd type="oval" w="med" len="med"/>
          </a:ln>
        </p:spPr>
      </p:cxnSp>
      <p:sp>
        <p:nvSpPr>
          <p:cNvPr id="659" name="Google Shape;659;p14"/>
          <p:cNvSpPr txBox="1">
            <a:spLocks noGrp="1"/>
          </p:cNvSpPr>
          <p:nvPr>
            <p:ph type="title" idx="4294967295"/>
          </p:nvPr>
        </p:nvSpPr>
        <p:spPr>
          <a:xfrm>
            <a:off x="1368463" y="3147744"/>
            <a:ext cx="734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4"/>
                </a:solidFill>
              </a:rPr>
              <a:t>04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60" name="Google Shape;660;p14"/>
          <p:cNvSpPr txBox="1">
            <a:spLocks noGrp="1"/>
          </p:cNvSpPr>
          <p:nvPr>
            <p:ph type="title" idx="4294967295"/>
          </p:nvPr>
        </p:nvSpPr>
        <p:spPr>
          <a:xfrm>
            <a:off x="4410054" y="3200181"/>
            <a:ext cx="734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>
                <a:solidFill>
                  <a:schemeClr val="accent4"/>
                </a:solidFill>
              </a:rPr>
              <a:t>05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661" name="Google Shape;661;p14"/>
          <p:cNvGrpSpPr/>
          <p:nvPr/>
        </p:nvGrpSpPr>
        <p:grpSpPr>
          <a:xfrm>
            <a:off x="6055166" y="1036195"/>
            <a:ext cx="2553456" cy="2588973"/>
            <a:chOff x="6088453" y="1166709"/>
            <a:chExt cx="2553456" cy="2588973"/>
          </a:xfrm>
        </p:grpSpPr>
        <p:sp>
          <p:nvSpPr>
            <p:cNvPr id="662" name="Google Shape;662;p14"/>
            <p:cNvSpPr/>
            <p:nvPr/>
          </p:nvSpPr>
          <p:spPr>
            <a:xfrm flipH="1">
              <a:off x="6281700" y="1166709"/>
              <a:ext cx="2360209" cy="2167152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solidFill>
              <a:srgbClr val="CDD7B6">
                <a:alpha val="235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4"/>
            <p:cNvSpPr/>
            <p:nvPr/>
          </p:nvSpPr>
          <p:spPr>
            <a:xfrm flipH="1">
              <a:off x="6088453" y="1648978"/>
              <a:ext cx="2294136" cy="2106704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4" name="Google Shape;664;p14"/>
          <p:cNvSpPr txBox="1"/>
          <p:nvPr/>
        </p:nvSpPr>
        <p:spPr>
          <a:xfrm>
            <a:off x="6463862" y="2119771"/>
            <a:ext cx="1343400" cy="743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3-5 ani</a:t>
            </a:r>
            <a:endParaRPr/>
          </a:p>
        </p:txBody>
      </p:sp>
      <p:sp>
        <p:nvSpPr>
          <p:cNvPr id="665" name="Google Shape;665;p14"/>
          <p:cNvSpPr txBox="1"/>
          <p:nvPr/>
        </p:nvSpPr>
        <p:spPr>
          <a:xfrm>
            <a:off x="335338" y="4064248"/>
            <a:ext cx="2997581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Creșterea producției și digitalizare</a:t>
            </a:r>
            <a:endParaRPr sz="24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6" name="Google Shape;666;p14"/>
          <p:cNvSpPr txBox="1"/>
          <p:nvPr/>
        </p:nvSpPr>
        <p:spPr>
          <a:xfrm>
            <a:off x="3332919" y="4085979"/>
            <a:ext cx="3345003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o-RO" sz="2400" b="0" i="0" u="none" strike="noStrike" cap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Parteneriate cu farmacii și supermarketuri</a:t>
            </a:r>
            <a:endParaRPr sz="2400" b="0" i="0" u="none" strike="noStrike" cap="non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14"/>
          <p:cNvSpPr txBox="1">
            <a:spLocks noGrp="1"/>
          </p:cNvSpPr>
          <p:nvPr>
            <p:ph type="title"/>
          </p:nvPr>
        </p:nvSpPr>
        <p:spPr>
          <a:xfrm>
            <a:off x="-791641" y="471019"/>
            <a:ext cx="770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4"/>
                </a:solidFill>
              </a:rPr>
              <a:t>plan de dezvoltare ...</a:t>
            </a:r>
            <a:endParaRPr sz="480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1000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15"/>
          <p:cNvGrpSpPr/>
          <p:nvPr/>
        </p:nvGrpSpPr>
        <p:grpSpPr>
          <a:xfrm>
            <a:off x="4272591" y="-203196"/>
            <a:ext cx="5400796" cy="1716568"/>
            <a:chOff x="4389470" y="631352"/>
            <a:chExt cx="1960611" cy="1716568"/>
          </a:xfrm>
        </p:grpSpPr>
        <p:sp>
          <p:nvSpPr>
            <p:cNvPr id="673" name="Google Shape;673;p15"/>
            <p:cNvSpPr/>
            <p:nvPr/>
          </p:nvSpPr>
          <p:spPr>
            <a:xfrm flipH="1">
              <a:off x="4389470" y="889581"/>
              <a:ext cx="1588086" cy="1458339"/>
            </a:xfrm>
            <a:custGeom>
              <a:avLst/>
              <a:gdLst/>
              <a:ahLst/>
              <a:cxnLst/>
              <a:rect l="l" t="t" r="r" b="b"/>
              <a:pathLst>
                <a:path w="49400" h="45364" extrusionOk="0">
                  <a:moveTo>
                    <a:pt x="14184" y="2711"/>
                  </a:moveTo>
                  <a:cubicBezTo>
                    <a:pt x="9663" y="5563"/>
                    <a:pt x="2430" y="12657"/>
                    <a:pt x="830" y="17734"/>
                  </a:cubicBezTo>
                  <a:cubicBezTo>
                    <a:pt x="-770" y="22811"/>
                    <a:pt x="-74" y="28585"/>
                    <a:pt x="4586" y="33175"/>
                  </a:cubicBezTo>
                  <a:cubicBezTo>
                    <a:pt x="9246" y="37766"/>
                    <a:pt x="21627" y="44929"/>
                    <a:pt x="28791" y="45277"/>
                  </a:cubicBezTo>
                  <a:cubicBezTo>
                    <a:pt x="35955" y="45625"/>
                    <a:pt x="44649" y="41244"/>
                    <a:pt x="47570" y="35262"/>
                  </a:cubicBezTo>
                  <a:cubicBezTo>
                    <a:pt x="50491" y="29281"/>
                    <a:pt x="49587" y="15161"/>
                    <a:pt x="46318" y="9388"/>
                  </a:cubicBezTo>
                  <a:cubicBezTo>
                    <a:pt x="43049" y="3615"/>
                    <a:pt x="33312" y="1737"/>
                    <a:pt x="27956" y="624"/>
                  </a:cubicBezTo>
                  <a:cubicBezTo>
                    <a:pt x="22600" y="-489"/>
                    <a:pt x="18705" y="-141"/>
                    <a:pt x="14184" y="271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4" name="Google Shape;674;p15"/>
            <p:cNvGrpSpPr/>
            <p:nvPr/>
          </p:nvGrpSpPr>
          <p:grpSpPr>
            <a:xfrm rot="5935401" flipH="1">
              <a:off x="5600261" y="638058"/>
              <a:ext cx="655921" cy="751070"/>
              <a:chOff x="7852209" y="207243"/>
              <a:chExt cx="1130464" cy="1294452"/>
            </a:xfrm>
          </p:grpSpPr>
          <p:sp>
            <p:nvSpPr>
              <p:cNvPr id="675" name="Google Shape;675;p15"/>
              <p:cNvSpPr/>
              <p:nvPr/>
            </p:nvSpPr>
            <p:spPr>
              <a:xfrm rot="4411677" flipH="1">
                <a:off x="8651511" y="1388008"/>
                <a:ext cx="120707" cy="86962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193" extrusionOk="0">
                    <a:moveTo>
                      <a:pt x="1801" y="1"/>
                    </a:moveTo>
                    <a:cubicBezTo>
                      <a:pt x="1422" y="1"/>
                      <a:pt x="1044" y="135"/>
                      <a:pt x="731" y="454"/>
                    </a:cubicBezTo>
                    <a:cubicBezTo>
                      <a:pt x="0" y="1166"/>
                      <a:pt x="1081" y="3192"/>
                      <a:pt x="2325" y="3192"/>
                    </a:cubicBezTo>
                    <a:cubicBezTo>
                      <a:pt x="2637" y="3192"/>
                      <a:pt x="2958" y="3066"/>
                      <a:pt x="3264" y="2760"/>
                    </a:cubicBezTo>
                    <a:cubicBezTo>
                      <a:pt x="4431" y="1592"/>
                      <a:pt x="3105" y="1"/>
                      <a:pt x="18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5"/>
              <p:cNvSpPr/>
              <p:nvPr/>
            </p:nvSpPr>
            <p:spPr>
              <a:xfrm rot="4411677" flipH="1">
                <a:off x="8865502" y="1014328"/>
                <a:ext cx="112536" cy="93744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3442" extrusionOk="0">
                    <a:moveTo>
                      <a:pt x="2019" y="0"/>
                    </a:moveTo>
                    <a:cubicBezTo>
                      <a:pt x="1002" y="0"/>
                      <a:pt x="0" y="555"/>
                      <a:pt x="0" y="1713"/>
                    </a:cubicBezTo>
                    <a:cubicBezTo>
                      <a:pt x="0" y="2882"/>
                      <a:pt x="1003" y="3442"/>
                      <a:pt x="2020" y="3442"/>
                    </a:cubicBezTo>
                    <a:cubicBezTo>
                      <a:pt x="3068" y="3442"/>
                      <a:pt x="4131" y="2848"/>
                      <a:pt x="4131" y="1713"/>
                    </a:cubicBezTo>
                    <a:cubicBezTo>
                      <a:pt x="4131" y="589"/>
                      <a:pt x="3067" y="0"/>
                      <a:pt x="20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5"/>
              <p:cNvSpPr/>
              <p:nvPr/>
            </p:nvSpPr>
            <p:spPr>
              <a:xfrm rot="4411677" flipH="1">
                <a:off x="8730576" y="436004"/>
                <a:ext cx="112291" cy="74734"/>
              </a:xfrm>
              <a:custGeom>
                <a:avLst/>
                <a:gdLst/>
                <a:ahLst/>
                <a:cxnLst/>
                <a:rect l="l" t="t" r="r" b="b"/>
                <a:pathLst>
                  <a:path w="4123" h="2744" extrusionOk="0">
                    <a:moveTo>
                      <a:pt x="1601" y="0"/>
                    </a:moveTo>
                    <a:cubicBezTo>
                      <a:pt x="726" y="0"/>
                      <a:pt x="0" y="532"/>
                      <a:pt x="308" y="1816"/>
                    </a:cubicBezTo>
                    <a:cubicBezTo>
                      <a:pt x="477" y="2488"/>
                      <a:pt x="941" y="2743"/>
                      <a:pt x="1467" y="2743"/>
                    </a:cubicBezTo>
                    <a:cubicBezTo>
                      <a:pt x="2639" y="2743"/>
                      <a:pt x="4122" y="1476"/>
                      <a:pt x="3366" y="720"/>
                    </a:cubicBezTo>
                    <a:cubicBezTo>
                      <a:pt x="2912" y="266"/>
                      <a:pt x="2220" y="0"/>
                      <a:pt x="16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5"/>
              <p:cNvSpPr/>
              <p:nvPr/>
            </p:nvSpPr>
            <p:spPr>
              <a:xfrm rot="4411677" flipH="1">
                <a:off x="8298828" y="304469"/>
                <a:ext cx="144129" cy="110112"/>
              </a:xfrm>
              <a:custGeom>
                <a:avLst/>
                <a:gdLst/>
                <a:ahLst/>
                <a:cxnLst/>
                <a:rect l="l" t="t" r="r" b="b"/>
                <a:pathLst>
                  <a:path w="5292" h="4043" extrusionOk="0">
                    <a:moveTo>
                      <a:pt x="2314" y="0"/>
                    </a:moveTo>
                    <a:cubicBezTo>
                      <a:pt x="1456" y="0"/>
                      <a:pt x="683" y="415"/>
                      <a:pt x="429" y="1404"/>
                    </a:cubicBezTo>
                    <a:cubicBezTo>
                      <a:pt x="0" y="3094"/>
                      <a:pt x="1754" y="4043"/>
                      <a:pt x="3273" y="4043"/>
                    </a:cubicBezTo>
                    <a:cubicBezTo>
                      <a:pt x="4340" y="4043"/>
                      <a:pt x="5291" y="3575"/>
                      <a:pt x="5291" y="2568"/>
                    </a:cubicBezTo>
                    <a:cubicBezTo>
                      <a:pt x="5291" y="1076"/>
                      <a:pt x="3693" y="0"/>
                      <a:pt x="23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5"/>
              <p:cNvSpPr/>
              <p:nvPr/>
            </p:nvSpPr>
            <p:spPr>
              <a:xfrm rot="4411677" flipH="1">
                <a:off x="8474155" y="965386"/>
                <a:ext cx="98238" cy="7138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2621" extrusionOk="0">
                    <a:moveTo>
                      <a:pt x="1859" y="0"/>
                    </a:moveTo>
                    <a:cubicBezTo>
                      <a:pt x="939" y="0"/>
                      <a:pt x="0" y="435"/>
                      <a:pt x="0" y="1250"/>
                    </a:cubicBezTo>
                    <a:cubicBezTo>
                      <a:pt x="0" y="2180"/>
                      <a:pt x="868" y="2620"/>
                      <a:pt x="1753" y="2620"/>
                    </a:cubicBezTo>
                    <a:cubicBezTo>
                      <a:pt x="2671" y="2620"/>
                      <a:pt x="3607" y="2146"/>
                      <a:pt x="3607" y="1250"/>
                    </a:cubicBezTo>
                    <a:cubicBezTo>
                      <a:pt x="3607" y="401"/>
                      <a:pt x="2742" y="0"/>
                      <a:pt x="18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5"/>
              <p:cNvSpPr/>
              <p:nvPr/>
            </p:nvSpPr>
            <p:spPr>
              <a:xfrm rot="4411677" flipH="1">
                <a:off x="8072404" y="617423"/>
                <a:ext cx="162976" cy="101397"/>
              </a:xfrm>
              <a:custGeom>
                <a:avLst/>
                <a:gdLst/>
                <a:ahLst/>
                <a:cxnLst/>
                <a:rect l="l" t="t" r="r" b="b"/>
                <a:pathLst>
                  <a:path w="5984" h="3723" extrusionOk="0">
                    <a:moveTo>
                      <a:pt x="2654" y="0"/>
                    </a:moveTo>
                    <a:cubicBezTo>
                      <a:pt x="2416" y="0"/>
                      <a:pt x="2181" y="37"/>
                      <a:pt x="1963" y="114"/>
                    </a:cubicBezTo>
                    <a:cubicBezTo>
                      <a:pt x="1" y="824"/>
                      <a:pt x="1588" y="3723"/>
                      <a:pt x="3256" y="3723"/>
                    </a:cubicBezTo>
                    <a:cubicBezTo>
                      <a:pt x="3625" y="3723"/>
                      <a:pt x="3998" y="3581"/>
                      <a:pt x="4337" y="3241"/>
                    </a:cubicBezTo>
                    <a:cubicBezTo>
                      <a:pt x="5983" y="1595"/>
                      <a:pt x="4234" y="0"/>
                      <a:pt x="26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5"/>
              <p:cNvSpPr/>
              <p:nvPr/>
            </p:nvSpPr>
            <p:spPr>
              <a:xfrm rot="4411677" flipH="1">
                <a:off x="7848553" y="234593"/>
                <a:ext cx="116213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4267" h="2908" extrusionOk="0">
                    <a:moveTo>
                      <a:pt x="2350" y="1"/>
                    </a:moveTo>
                    <a:cubicBezTo>
                      <a:pt x="2148" y="1"/>
                      <a:pt x="1926" y="39"/>
                      <a:pt x="1689" y="125"/>
                    </a:cubicBezTo>
                    <a:cubicBezTo>
                      <a:pt x="0" y="721"/>
                      <a:pt x="507" y="2908"/>
                      <a:pt x="1917" y="2908"/>
                    </a:cubicBezTo>
                    <a:cubicBezTo>
                      <a:pt x="2126" y="2908"/>
                      <a:pt x="2356" y="2859"/>
                      <a:pt x="2602" y="2750"/>
                    </a:cubicBezTo>
                    <a:cubicBezTo>
                      <a:pt x="4267" y="2028"/>
                      <a:pt x="3816" y="1"/>
                      <a:pt x="23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2" name="Google Shape;682;p15"/>
          <p:cNvSpPr/>
          <p:nvPr/>
        </p:nvSpPr>
        <p:spPr>
          <a:xfrm flipH="1">
            <a:off x="3920843" y="205455"/>
            <a:ext cx="4579215" cy="1500187"/>
          </a:xfrm>
          <a:custGeom>
            <a:avLst/>
            <a:gdLst/>
            <a:ahLst/>
            <a:cxnLst/>
            <a:rect l="l" t="t" r="r" b="b"/>
            <a:pathLst>
              <a:path w="49400" h="45364" extrusionOk="0">
                <a:moveTo>
                  <a:pt x="14184" y="2711"/>
                </a:moveTo>
                <a:cubicBezTo>
                  <a:pt x="9663" y="5563"/>
                  <a:pt x="2430" y="12657"/>
                  <a:pt x="830" y="17734"/>
                </a:cubicBezTo>
                <a:cubicBezTo>
                  <a:pt x="-770" y="22811"/>
                  <a:pt x="-74" y="28585"/>
                  <a:pt x="4586" y="33175"/>
                </a:cubicBezTo>
                <a:cubicBezTo>
                  <a:pt x="9246" y="37766"/>
                  <a:pt x="21627" y="44929"/>
                  <a:pt x="28791" y="45277"/>
                </a:cubicBezTo>
                <a:cubicBezTo>
                  <a:pt x="35955" y="45625"/>
                  <a:pt x="44649" y="41244"/>
                  <a:pt x="47570" y="35262"/>
                </a:cubicBezTo>
                <a:cubicBezTo>
                  <a:pt x="50491" y="29281"/>
                  <a:pt x="49587" y="15161"/>
                  <a:pt x="46318" y="9388"/>
                </a:cubicBezTo>
                <a:cubicBezTo>
                  <a:pt x="43049" y="3615"/>
                  <a:pt x="33312" y="1737"/>
                  <a:pt x="27956" y="624"/>
                </a:cubicBezTo>
                <a:cubicBezTo>
                  <a:pt x="22600" y="-489"/>
                  <a:pt x="18705" y="-141"/>
                  <a:pt x="14184" y="2711"/>
                </a:cubicBezTo>
                <a:close/>
              </a:path>
            </a:pathLst>
          </a:custGeom>
          <a:solidFill>
            <a:srgbClr val="CDD7B6">
              <a:alpha val="2352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15"/>
          <p:cNvPicPr preferRelativeResize="0"/>
          <p:nvPr/>
        </p:nvPicPr>
        <p:blipFill rotWithShape="1">
          <a:blip r:embed="rId3">
            <a:alphaModFix/>
          </a:blip>
          <a:srcRect l="399" t="526" r="16151" b="5056"/>
          <a:stretch/>
        </p:blipFill>
        <p:spPr>
          <a:xfrm>
            <a:off x="-120502" y="-8784"/>
            <a:ext cx="4499792" cy="4358384"/>
          </a:xfrm>
          <a:prstGeom prst="flowChartDelay">
            <a:avLst/>
          </a:prstGeom>
          <a:noFill/>
          <a:ln>
            <a:noFill/>
          </a:ln>
        </p:spPr>
      </p:pic>
      <p:sp>
        <p:nvSpPr>
          <p:cNvPr id="684" name="Google Shape;684;p15"/>
          <p:cNvSpPr txBox="1">
            <a:spLocks noGrp="1"/>
          </p:cNvSpPr>
          <p:nvPr>
            <p:ph type="title"/>
          </p:nvPr>
        </p:nvSpPr>
        <p:spPr>
          <a:xfrm>
            <a:off x="4420558" y="1751672"/>
            <a:ext cx="4079499" cy="2806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o-RO" sz="2000" b="1">
                <a:solidFill>
                  <a:srgbClr val="535B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BIOVERSE</a:t>
            </a:r>
            <a:r>
              <a:rPr lang="ro-RO" sz="2000">
                <a:solidFill>
                  <a:srgbClr val="535B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este o companie modernă, sustenabilă și profitabilă, care aduce produse bio pentru alimentație, frumusețe și sănătate sub un singur brand puternic.</a:t>
            </a:r>
            <a:br>
              <a:rPr lang="ro-RO" sz="2000">
                <a:solidFill>
                  <a:srgbClr val="535B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o-RO" sz="2000">
                <a:solidFill>
                  <a:srgbClr val="535B42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o-RO" sz="1600" i="1">
                <a:solidFill>
                  <a:srgbClr val="535B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“BIOVERSE – Natură pentru tot universul tău.”</a:t>
            </a:r>
            <a:endParaRPr sz="1600" i="1">
              <a:solidFill>
                <a:srgbClr val="535B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15"/>
          <p:cNvSpPr txBox="1">
            <a:spLocks noGrp="1"/>
          </p:cNvSpPr>
          <p:nvPr>
            <p:ph type="title" idx="2"/>
          </p:nvPr>
        </p:nvSpPr>
        <p:spPr>
          <a:xfrm>
            <a:off x="4190054" y="443755"/>
            <a:ext cx="4190090" cy="6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ro-RO" sz="4800">
                <a:solidFill>
                  <a:srgbClr val="535B42"/>
                </a:solidFill>
              </a:rPr>
              <a:t>Concluzii</a:t>
            </a:r>
            <a:endParaRPr sz="4800">
              <a:solidFill>
                <a:srgbClr val="535B42"/>
              </a:solidFill>
            </a:endParaRPr>
          </a:p>
        </p:txBody>
      </p:sp>
      <p:sp>
        <p:nvSpPr>
          <p:cNvPr id="686" name="Google Shape;686;p15"/>
          <p:cNvSpPr/>
          <p:nvPr/>
        </p:nvSpPr>
        <p:spPr>
          <a:xfrm rot="10800000">
            <a:off x="0" y="3623113"/>
            <a:ext cx="4853597" cy="1580608"/>
          </a:xfrm>
          <a:custGeom>
            <a:avLst/>
            <a:gdLst/>
            <a:ahLst/>
            <a:cxnLst/>
            <a:rect l="l" t="t" r="r" b="b"/>
            <a:pathLst>
              <a:path w="177445" h="86392" extrusionOk="0">
                <a:moveTo>
                  <a:pt x="3333" y="0"/>
                </a:moveTo>
                <a:cubicBezTo>
                  <a:pt x="0" y="11458"/>
                  <a:pt x="913" y="27048"/>
                  <a:pt x="12897" y="35242"/>
                </a:cubicBezTo>
                <a:cubicBezTo>
                  <a:pt x="17629" y="38468"/>
                  <a:pt x="23097" y="39621"/>
                  <a:pt x="29059" y="39621"/>
                </a:cubicBezTo>
                <a:cubicBezTo>
                  <a:pt x="42166" y="39621"/>
                  <a:pt x="57661" y="34051"/>
                  <a:pt x="72973" y="32686"/>
                </a:cubicBezTo>
                <a:cubicBezTo>
                  <a:pt x="75145" y="32494"/>
                  <a:pt x="77205" y="32395"/>
                  <a:pt x="79168" y="32395"/>
                </a:cubicBezTo>
                <a:cubicBezTo>
                  <a:pt x="97316" y="32395"/>
                  <a:pt x="107146" y="40836"/>
                  <a:pt x="120267" y="62381"/>
                </a:cubicBezTo>
                <a:cubicBezTo>
                  <a:pt x="129588" y="77663"/>
                  <a:pt x="147227" y="86391"/>
                  <a:pt x="164443" y="86391"/>
                </a:cubicBezTo>
                <a:cubicBezTo>
                  <a:pt x="168853" y="86391"/>
                  <a:pt x="173236" y="85818"/>
                  <a:pt x="177444" y="84636"/>
                </a:cubicBezTo>
                <a:lnTo>
                  <a:pt x="17744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5"/>
          <p:cNvSpPr/>
          <p:nvPr/>
        </p:nvSpPr>
        <p:spPr>
          <a:xfrm rot="271565">
            <a:off x="6085541" y="122204"/>
            <a:ext cx="3170270" cy="1849255"/>
          </a:xfrm>
          <a:custGeom>
            <a:avLst/>
            <a:gdLst/>
            <a:ahLst/>
            <a:cxnLst/>
            <a:rect l="l" t="t" r="r" b="b"/>
            <a:pathLst>
              <a:path w="175870" h="102587" extrusionOk="0">
                <a:moveTo>
                  <a:pt x="6586" y="1"/>
                </a:moveTo>
                <a:cubicBezTo>
                  <a:pt x="6410" y="1"/>
                  <a:pt x="6249" y="128"/>
                  <a:pt x="6209" y="306"/>
                </a:cubicBezTo>
                <a:cubicBezTo>
                  <a:pt x="6187" y="398"/>
                  <a:pt x="4429" y="9254"/>
                  <a:pt x="3950" y="19571"/>
                </a:cubicBezTo>
                <a:cubicBezTo>
                  <a:pt x="3311" y="33472"/>
                  <a:pt x="5228" y="43218"/>
                  <a:pt x="9610" y="48582"/>
                </a:cubicBezTo>
                <a:cubicBezTo>
                  <a:pt x="12144" y="51686"/>
                  <a:pt x="15522" y="53261"/>
                  <a:pt x="19631" y="53261"/>
                </a:cubicBezTo>
                <a:cubicBezTo>
                  <a:pt x="30495" y="53261"/>
                  <a:pt x="40424" y="46733"/>
                  <a:pt x="50901" y="39817"/>
                </a:cubicBezTo>
                <a:cubicBezTo>
                  <a:pt x="61885" y="32569"/>
                  <a:pt x="73193" y="25123"/>
                  <a:pt x="86143" y="25123"/>
                </a:cubicBezTo>
                <a:cubicBezTo>
                  <a:pt x="87753" y="25123"/>
                  <a:pt x="89388" y="25238"/>
                  <a:pt x="91051" y="25483"/>
                </a:cubicBezTo>
                <a:cubicBezTo>
                  <a:pt x="101391" y="27035"/>
                  <a:pt x="106664" y="39931"/>
                  <a:pt x="112781" y="54882"/>
                </a:cubicBezTo>
                <a:cubicBezTo>
                  <a:pt x="117711" y="66979"/>
                  <a:pt x="123326" y="80697"/>
                  <a:pt x="132684" y="90192"/>
                </a:cubicBezTo>
                <a:cubicBezTo>
                  <a:pt x="140833" y="98478"/>
                  <a:pt x="150808" y="102586"/>
                  <a:pt x="162996" y="102586"/>
                </a:cubicBezTo>
                <a:cubicBezTo>
                  <a:pt x="166922" y="102586"/>
                  <a:pt x="171122" y="102153"/>
                  <a:pt x="175527" y="101285"/>
                </a:cubicBezTo>
                <a:cubicBezTo>
                  <a:pt x="175733" y="101240"/>
                  <a:pt x="175870" y="101057"/>
                  <a:pt x="175824" y="100852"/>
                </a:cubicBezTo>
                <a:cubicBezTo>
                  <a:pt x="175803" y="100661"/>
                  <a:pt x="175625" y="100530"/>
                  <a:pt x="175435" y="100530"/>
                </a:cubicBezTo>
                <a:cubicBezTo>
                  <a:pt x="175421" y="100530"/>
                  <a:pt x="175406" y="100531"/>
                  <a:pt x="175391" y="100532"/>
                </a:cubicBezTo>
                <a:cubicBezTo>
                  <a:pt x="171017" y="101386"/>
                  <a:pt x="166885" y="101814"/>
                  <a:pt x="162983" y="101814"/>
                </a:cubicBezTo>
                <a:cubicBezTo>
                  <a:pt x="151021" y="101814"/>
                  <a:pt x="141218" y="97791"/>
                  <a:pt x="133232" y="89667"/>
                </a:cubicBezTo>
                <a:cubicBezTo>
                  <a:pt x="123988" y="80263"/>
                  <a:pt x="118396" y="66614"/>
                  <a:pt x="113488" y="54585"/>
                </a:cubicBezTo>
                <a:cubicBezTo>
                  <a:pt x="107280" y="39429"/>
                  <a:pt x="101916" y="26327"/>
                  <a:pt x="91165" y="24729"/>
                </a:cubicBezTo>
                <a:cubicBezTo>
                  <a:pt x="89458" y="24478"/>
                  <a:pt x="87781" y="24359"/>
                  <a:pt x="86131" y="24359"/>
                </a:cubicBezTo>
                <a:cubicBezTo>
                  <a:pt x="72980" y="24359"/>
                  <a:pt x="61564" y="31877"/>
                  <a:pt x="50490" y="39178"/>
                </a:cubicBezTo>
                <a:cubicBezTo>
                  <a:pt x="40105" y="46025"/>
                  <a:pt x="30267" y="52508"/>
                  <a:pt x="19631" y="52508"/>
                </a:cubicBezTo>
                <a:cubicBezTo>
                  <a:pt x="15750" y="52508"/>
                  <a:pt x="12578" y="51024"/>
                  <a:pt x="10204" y="48103"/>
                </a:cubicBezTo>
                <a:cubicBezTo>
                  <a:pt x="1" y="35640"/>
                  <a:pt x="6894" y="809"/>
                  <a:pt x="6963" y="466"/>
                </a:cubicBezTo>
                <a:cubicBezTo>
                  <a:pt x="7008" y="261"/>
                  <a:pt x="6871" y="55"/>
                  <a:pt x="6666" y="10"/>
                </a:cubicBezTo>
                <a:cubicBezTo>
                  <a:pt x="6639" y="4"/>
                  <a:pt x="6612" y="1"/>
                  <a:pt x="65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p15"/>
          <p:cNvGrpSpPr/>
          <p:nvPr/>
        </p:nvGrpSpPr>
        <p:grpSpPr>
          <a:xfrm>
            <a:off x="271259" y="3562893"/>
            <a:ext cx="1130464" cy="1294452"/>
            <a:chOff x="7852209" y="207243"/>
            <a:chExt cx="1130464" cy="1294452"/>
          </a:xfrm>
        </p:grpSpPr>
        <p:sp>
          <p:nvSpPr>
            <p:cNvPr id="689" name="Google Shape;689;p15"/>
            <p:cNvSpPr/>
            <p:nvPr/>
          </p:nvSpPr>
          <p:spPr>
            <a:xfrm rot="4411677" flipH="1">
              <a:off x="8651511" y="1388008"/>
              <a:ext cx="120707" cy="86962"/>
            </a:xfrm>
            <a:custGeom>
              <a:avLst/>
              <a:gdLst/>
              <a:ahLst/>
              <a:cxnLst/>
              <a:rect l="l" t="t" r="r" b="b"/>
              <a:pathLst>
                <a:path w="4432" h="3193" extrusionOk="0">
                  <a:moveTo>
                    <a:pt x="1801" y="1"/>
                  </a:moveTo>
                  <a:cubicBezTo>
                    <a:pt x="1422" y="1"/>
                    <a:pt x="1044" y="135"/>
                    <a:pt x="731" y="454"/>
                  </a:cubicBezTo>
                  <a:cubicBezTo>
                    <a:pt x="0" y="1166"/>
                    <a:pt x="1081" y="3192"/>
                    <a:pt x="2325" y="3192"/>
                  </a:cubicBezTo>
                  <a:cubicBezTo>
                    <a:pt x="2637" y="3192"/>
                    <a:pt x="2958" y="3066"/>
                    <a:pt x="3264" y="2760"/>
                  </a:cubicBezTo>
                  <a:cubicBezTo>
                    <a:pt x="4431" y="1592"/>
                    <a:pt x="3105" y="1"/>
                    <a:pt x="1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5"/>
            <p:cNvSpPr/>
            <p:nvPr/>
          </p:nvSpPr>
          <p:spPr>
            <a:xfrm rot="4411677" flipH="1">
              <a:off x="8865502" y="1014328"/>
              <a:ext cx="112536" cy="93744"/>
            </a:xfrm>
            <a:custGeom>
              <a:avLst/>
              <a:gdLst/>
              <a:ahLst/>
              <a:cxnLst/>
              <a:rect l="l" t="t" r="r" b="b"/>
              <a:pathLst>
                <a:path w="4132" h="3442" extrusionOk="0">
                  <a:moveTo>
                    <a:pt x="2019" y="0"/>
                  </a:moveTo>
                  <a:cubicBezTo>
                    <a:pt x="1002" y="0"/>
                    <a:pt x="0" y="555"/>
                    <a:pt x="0" y="1713"/>
                  </a:cubicBezTo>
                  <a:cubicBezTo>
                    <a:pt x="0" y="2882"/>
                    <a:pt x="1003" y="3442"/>
                    <a:pt x="2020" y="3442"/>
                  </a:cubicBezTo>
                  <a:cubicBezTo>
                    <a:pt x="3068" y="3442"/>
                    <a:pt x="4131" y="2848"/>
                    <a:pt x="4131" y="1713"/>
                  </a:cubicBezTo>
                  <a:cubicBezTo>
                    <a:pt x="4131" y="589"/>
                    <a:pt x="306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5"/>
            <p:cNvSpPr/>
            <p:nvPr/>
          </p:nvSpPr>
          <p:spPr>
            <a:xfrm rot="4411677" flipH="1">
              <a:off x="8730576" y="436004"/>
              <a:ext cx="112291" cy="74734"/>
            </a:xfrm>
            <a:custGeom>
              <a:avLst/>
              <a:gdLst/>
              <a:ahLst/>
              <a:cxnLst/>
              <a:rect l="l" t="t" r="r" b="b"/>
              <a:pathLst>
                <a:path w="4123" h="2744" extrusionOk="0">
                  <a:moveTo>
                    <a:pt x="1601" y="0"/>
                  </a:moveTo>
                  <a:cubicBezTo>
                    <a:pt x="726" y="0"/>
                    <a:pt x="0" y="532"/>
                    <a:pt x="308" y="1816"/>
                  </a:cubicBezTo>
                  <a:cubicBezTo>
                    <a:pt x="477" y="2488"/>
                    <a:pt x="941" y="2743"/>
                    <a:pt x="1467" y="2743"/>
                  </a:cubicBezTo>
                  <a:cubicBezTo>
                    <a:pt x="2639" y="2743"/>
                    <a:pt x="4122" y="1476"/>
                    <a:pt x="3366" y="720"/>
                  </a:cubicBezTo>
                  <a:cubicBezTo>
                    <a:pt x="2912" y="266"/>
                    <a:pt x="2220" y="0"/>
                    <a:pt x="1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5"/>
            <p:cNvSpPr/>
            <p:nvPr/>
          </p:nvSpPr>
          <p:spPr>
            <a:xfrm rot="4411677" flipH="1">
              <a:off x="8298828" y="304469"/>
              <a:ext cx="144129" cy="110112"/>
            </a:xfrm>
            <a:custGeom>
              <a:avLst/>
              <a:gdLst/>
              <a:ahLst/>
              <a:cxnLst/>
              <a:rect l="l" t="t" r="r" b="b"/>
              <a:pathLst>
                <a:path w="5292" h="4043" extrusionOk="0">
                  <a:moveTo>
                    <a:pt x="2314" y="0"/>
                  </a:moveTo>
                  <a:cubicBezTo>
                    <a:pt x="1456" y="0"/>
                    <a:pt x="683" y="415"/>
                    <a:pt x="429" y="1404"/>
                  </a:cubicBezTo>
                  <a:cubicBezTo>
                    <a:pt x="0" y="3094"/>
                    <a:pt x="1754" y="4043"/>
                    <a:pt x="3273" y="4043"/>
                  </a:cubicBezTo>
                  <a:cubicBezTo>
                    <a:pt x="4340" y="4043"/>
                    <a:pt x="5291" y="3575"/>
                    <a:pt x="5291" y="2568"/>
                  </a:cubicBezTo>
                  <a:cubicBezTo>
                    <a:pt x="5291" y="1076"/>
                    <a:pt x="3693" y="0"/>
                    <a:pt x="23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5"/>
            <p:cNvSpPr/>
            <p:nvPr/>
          </p:nvSpPr>
          <p:spPr>
            <a:xfrm rot="4411677" flipH="1">
              <a:off x="8474155" y="965386"/>
              <a:ext cx="98238" cy="71384"/>
            </a:xfrm>
            <a:custGeom>
              <a:avLst/>
              <a:gdLst/>
              <a:ahLst/>
              <a:cxnLst/>
              <a:rect l="l" t="t" r="r" b="b"/>
              <a:pathLst>
                <a:path w="3607" h="2621" extrusionOk="0">
                  <a:moveTo>
                    <a:pt x="1859" y="0"/>
                  </a:moveTo>
                  <a:cubicBezTo>
                    <a:pt x="939" y="0"/>
                    <a:pt x="0" y="435"/>
                    <a:pt x="0" y="1250"/>
                  </a:cubicBezTo>
                  <a:cubicBezTo>
                    <a:pt x="0" y="2180"/>
                    <a:pt x="868" y="2620"/>
                    <a:pt x="1753" y="2620"/>
                  </a:cubicBezTo>
                  <a:cubicBezTo>
                    <a:pt x="2671" y="2620"/>
                    <a:pt x="3607" y="2146"/>
                    <a:pt x="3607" y="1250"/>
                  </a:cubicBezTo>
                  <a:cubicBezTo>
                    <a:pt x="3607" y="401"/>
                    <a:pt x="2742" y="0"/>
                    <a:pt x="18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5"/>
            <p:cNvSpPr/>
            <p:nvPr/>
          </p:nvSpPr>
          <p:spPr>
            <a:xfrm rot="4411677" flipH="1">
              <a:off x="8072404" y="617423"/>
              <a:ext cx="162976" cy="101397"/>
            </a:xfrm>
            <a:custGeom>
              <a:avLst/>
              <a:gdLst/>
              <a:ahLst/>
              <a:cxnLst/>
              <a:rect l="l" t="t" r="r" b="b"/>
              <a:pathLst>
                <a:path w="5984" h="3723" extrusionOk="0">
                  <a:moveTo>
                    <a:pt x="2654" y="0"/>
                  </a:moveTo>
                  <a:cubicBezTo>
                    <a:pt x="2416" y="0"/>
                    <a:pt x="2181" y="37"/>
                    <a:pt x="1963" y="114"/>
                  </a:cubicBezTo>
                  <a:cubicBezTo>
                    <a:pt x="1" y="824"/>
                    <a:pt x="1588" y="3723"/>
                    <a:pt x="3256" y="3723"/>
                  </a:cubicBezTo>
                  <a:cubicBezTo>
                    <a:pt x="3625" y="3723"/>
                    <a:pt x="3998" y="3581"/>
                    <a:pt x="4337" y="3241"/>
                  </a:cubicBezTo>
                  <a:cubicBezTo>
                    <a:pt x="5983" y="1595"/>
                    <a:pt x="4234" y="0"/>
                    <a:pt x="2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5"/>
            <p:cNvSpPr/>
            <p:nvPr/>
          </p:nvSpPr>
          <p:spPr>
            <a:xfrm rot="4411677" flipH="1">
              <a:off x="7848553" y="234593"/>
              <a:ext cx="116213" cy="79200"/>
            </a:xfrm>
            <a:custGeom>
              <a:avLst/>
              <a:gdLst/>
              <a:ahLst/>
              <a:cxnLst/>
              <a:rect l="l" t="t" r="r" b="b"/>
              <a:pathLst>
                <a:path w="4267" h="2908" extrusionOk="0">
                  <a:moveTo>
                    <a:pt x="2350" y="1"/>
                  </a:moveTo>
                  <a:cubicBezTo>
                    <a:pt x="2148" y="1"/>
                    <a:pt x="1926" y="39"/>
                    <a:pt x="1689" y="125"/>
                  </a:cubicBezTo>
                  <a:cubicBezTo>
                    <a:pt x="0" y="721"/>
                    <a:pt x="507" y="2908"/>
                    <a:pt x="1917" y="2908"/>
                  </a:cubicBezTo>
                  <a:cubicBezTo>
                    <a:pt x="2126" y="2908"/>
                    <a:pt x="2356" y="2859"/>
                    <a:pt x="2602" y="2750"/>
                  </a:cubicBezTo>
                  <a:cubicBezTo>
                    <a:pt x="4267" y="2028"/>
                    <a:pt x="3816" y="1"/>
                    <a:pt x="2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6"/>
          <p:cNvSpPr txBox="1">
            <a:spLocks noGrp="1"/>
          </p:cNvSpPr>
          <p:nvPr>
            <p:ph type="title"/>
          </p:nvPr>
        </p:nvSpPr>
        <p:spPr>
          <a:xfrm>
            <a:off x="220006" y="240633"/>
            <a:ext cx="8497732" cy="115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o-RO" sz="4800">
                <a:solidFill>
                  <a:schemeClr val="accent4"/>
                </a:solidFill>
              </a:rPr>
              <a:t>Mulțumesc pentru atenție!!!!</a:t>
            </a:r>
            <a:endParaRPr sz="4800">
              <a:solidFill>
                <a:schemeClr val="accent4"/>
              </a:solidFill>
            </a:endParaRPr>
          </a:p>
        </p:txBody>
      </p:sp>
      <p:sp>
        <p:nvSpPr>
          <p:cNvPr id="701" name="Google Shape;701;p16"/>
          <p:cNvSpPr txBox="1">
            <a:spLocks noGrp="1"/>
          </p:cNvSpPr>
          <p:nvPr>
            <p:ph type="body" idx="1"/>
          </p:nvPr>
        </p:nvSpPr>
        <p:spPr>
          <a:xfrm>
            <a:off x="671874" y="1466209"/>
            <a:ext cx="2985726" cy="1392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o-RO"/>
              <a:t>Surse: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o-RO"/>
              <a:t>Chat GPT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ro-RO"/>
              <a:t>Google</a:t>
            </a:r>
            <a:endParaRPr/>
          </a:p>
        </p:txBody>
      </p:sp>
      <p:cxnSp>
        <p:nvCxnSpPr>
          <p:cNvPr id="702" name="Google Shape;702;p16"/>
          <p:cNvCxnSpPr/>
          <p:nvPr/>
        </p:nvCxnSpPr>
        <p:spPr>
          <a:xfrm>
            <a:off x="2384142" y="1275633"/>
            <a:ext cx="3895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03" name="Google Shape;703;p16"/>
          <p:cNvGrpSpPr/>
          <p:nvPr/>
        </p:nvGrpSpPr>
        <p:grpSpPr>
          <a:xfrm>
            <a:off x="404689" y="1251470"/>
            <a:ext cx="2412179" cy="2118327"/>
            <a:chOff x="1074750" y="1691100"/>
            <a:chExt cx="1778816" cy="1598638"/>
          </a:xfrm>
        </p:grpSpPr>
        <p:sp>
          <p:nvSpPr>
            <p:cNvPr id="704" name="Google Shape;704;p16"/>
            <p:cNvSpPr/>
            <p:nvPr/>
          </p:nvSpPr>
          <p:spPr>
            <a:xfrm>
              <a:off x="1178355" y="1872025"/>
              <a:ext cx="1675211" cy="1417713"/>
            </a:xfrm>
            <a:custGeom>
              <a:avLst/>
              <a:gdLst/>
              <a:ahLst/>
              <a:cxnLst/>
              <a:rect l="l" t="t" r="r" b="b"/>
              <a:pathLst>
                <a:path w="32962" h="27894" extrusionOk="0">
                  <a:moveTo>
                    <a:pt x="9541" y="0"/>
                  </a:moveTo>
                  <a:cubicBezTo>
                    <a:pt x="8958" y="0"/>
                    <a:pt x="8375" y="65"/>
                    <a:pt x="7800" y="202"/>
                  </a:cubicBezTo>
                  <a:cubicBezTo>
                    <a:pt x="5282" y="806"/>
                    <a:pt x="3202" y="2763"/>
                    <a:pt x="2138" y="5125"/>
                  </a:cubicBezTo>
                  <a:cubicBezTo>
                    <a:pt x="1075" y="7485"/>
                    <a:pt x="958" y="10202"/>
                    <a:pt x="1474" y="12739"/>
                  </a:cubicBezTo>
                  <a:cubicBezTo>
                    <a:pt x="1993" y="15279"/>
                    <a:pt x="3104" y="17989"/>
                    <a:pt x="2013" y="20341"/>
                  </a:cubicBezTo>
                  <a:cubicBezTo>
                    <a:pt x="1713" y="20987"/>
                    <a:pt x="1261" y="21556"/>
                    <a:pt x="996" y="22217"/>
                  </a:cubicBezTo>
                  <a:cubicBezTo>
                    <a:pt x="1" y="24706"/>
                    <a:pt x="2315" y="27642"/>
                    <a:pt x="4984" y="27874"/>
                  </a:cubicBezTo>
                  <a:cubicBezTo>
                    <a:pt x="5135" y="27887"/>
                    <a:pt x="5285" y="27894"/>
                    <a:pt x="5435" y="27894"/>
                  </a:cubicBezTo>
                  <a:cubicBezTo>
                    <a:pt x="7933" y="27894"/>
                    <a:pt x="10238" y="26103"/>
                    <a:pt x="11440" y="23878"/>
                  </a:cubicBezTo>
                  <a:cubicBezTo>
                    <a:pt x="12189" y="22489"/>
                    <a:pt x="12820" y="20730"/>
                    <a:pt x="14351" y="20343"/>
                  </a:cubicBezTo>
                  <a:cubicBezTo>
                    <a:pt x="14558" y="20291"/>
                    <a:pt x="14764" y="20269"/>
                    <a:pt x="14971" y="20269"/>
                  </a:cubicBezTo>
                  <a:cubicBezTo>
                    <a:pt x="15919" y="20269"/>
                    <a:pt x="16875" y="20727"/>
                    <a:pt x="17843" y="20835"/>
                  </a:cubicBezTo>
                  <a:cubicBezTo>
                    <a:pt x="17970" y="20849"/>
                    <a:pt x="18097" y="20856"/>
                    <a:pt x="18224" y="20856"/>
                  </a:cubicBezTo>
                  <a:cubicBezTo>
                    <a:pt x="19196" y="20856"/>
                    <a:pt x="20143" y="20452"/>
                    <a:pt x="20878" y="19807"/>
                  </a:cubicBezTo>
                  <a:lnTo>
                    <a:pt x="20878" y="19807"/>
                  </a:lnTo>
                  <a:lnTo>
                    <a:pt x="20870" y="19821"/>
                  </a:lnTo>
                  <a:cubicBezTo>
                    <a:pt x="22606" y="19043"/>
                    <a:pt x="24557" y="18950"/>
                    <a:pt x="26424" y="18586"/>
                  </a:cubicBezTo>
                  <a:cubicBezTo>
                    <a:pt x="28291" y="18223"/>
                    <a:pt x="30245" y="17467"/>
                    <a:pt x="31239" y="15846"/>
                  </a:cubicBezTo>
                  <a:cubicBezTo>
                    <a:pt x="32961" y="13036"/>
                    <a:pt x="30956" y="9459"/>
                    <a:pt x="28830" y="6941"/>
                  </a:cubicBezTo>
                  <a:cubicBezTo>
                    <a:pt x="28447" y="6487"/>
                    <a:pt x="28032" y="6020"/>
                    <a:pt x="27473" y="5818"/>
                  </a:cubicBezTo>
                  <a:cubicBezTo>
                    <a:pt x="27255" y="5739"/>
                    <a:pt x="27037" y="5705"/>
                    <a:pt x="26820" y="5705"/>
                  </a:cubicBezTo>
                  <a:cubicBezTo>
                    <a:pt x="25698" y="5705"/>
                    <a:pt x="24585" y="6612"/>
                    <a:pt x="23417" y="6892"/>
                  </a:cubicBezTo>
                  <a:cubicBezTo>
                    <a:pt x="23134" y="6960"/>
                    <a:pt x="22857" y="6992"/>
                    <a:pt x="22585" y="6992"/>
                  </a:cubicBezTo>
                  <a:cubicBezTo>
                    <a:pt x="20207" y="6992"/>
                    <a:pt x="18245" y="4568"/>
                    <a:pt x="16355" y="2856"/>
                  </a:cubicBezTo>
                  <a:cubicBezTo>
                    <a:pt x="14491" y="1168"/>
                    <a:pt x="12019" y="0"/>
                    <a:pt x="9541" y="0"/>
                  </a:cubicBezTo>
                  <a:close/>
                </a:path>
              </a:pathLst>
            </a:custGeom>
            <a:solidFill>
              <a:srgbClr val="CDD7B6">
                <a:alpha val="3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1074750" y="1691100"/>
              <a:ext cx="1675211" cy="1417713"/>
            </a:xfrm>
            <a:custGeom>
              <a:avLst/>
              <a:gdLst/>
              <a:ahLst/>
              <a:cxnLst/>
              <a:rect l="l" t="t" r="r" b="b"/>
              <a:pathLst>
                <a:path w="32962" h="27894" extrusionOk="0">
                  <a:moveTo>
                    <a:pt x="9541" y="0"/>
                  </a:moveTo>
                  <a:cubicBezTo>
                    <a:pt x="8958" y="0"/>
                    <a:pt x="8375" y="65"/>
                    <a:pt x="7800" y="202"/>
                  </a:cubicBezTo>
                  <a:cubicBezTo>
                    <a:pt x="5282" y="806"/>
                    <a:pt x="3202" y="2763"/>
                    <a:pt x="2138" y="5125"/>
                  </a:cubicBezTo>
                  <a:cubicBezTo>
                    <a:pt x="1075" y="7485"/>
                    <a:pt x="958" y="10202"/>
                    <a:pt x="1474" y="12739"/>
                  </a:cubicBezTo>
                  <a:cubicBezTo>
                    <a:pt x="1993" y="15279"/>
                    <a:pt x="3104" y="17989"/>
                    <a:pt x="2013" y="20341"/>
                  </a:cubicBezTo>
                  <a:cubicBezTo>
                    <a:pt x="1713" y="20987"/>
                    <a:pt x="1261" y="21556"/>
                    <a:pt x="996" y="22217"/>
                  </a:cubicBezTo>
                  <a:cubicBezTo>
                    <a:pt x="1" y="24706"/>
                    <a:pt x="2315" y="27642"/>
                    <a:pt x="4984" y="27874"/>
                  </a:cubicBezTo>
                  <a:cubicBezTo>
                    <a:pt x="5135" y="27887"/>
                    <a:pt x="5285" y="27894"/>
                    <a:pt x="5435" y="27894"/>
                  </a:cubicBezTo>
                  <a:cubicBezTo>
                    <a:pt x="7933" y="27894"/>
                    <a:pt x="10238" y="26103"/>
                    <a:pt x="11440" y="23878"/>
                  </a:cubicBezTo>
                  <a:cubicBezTo>
                    <a:pt x="12189" y="22489"/>
                    <a:pt x="12820" y="20730"/>
                    <a:pt x="14351" y="20343"/>
                  </a:cubicBezTo>
                  <a:cubicBezTo>
                    <a:pt x="14558" y="20291"/>
                    <a:pt x="14764" y="20269"/>
                    <a:pt x="14971" y="20269"/>
                  </a:cubicBezTo>
                  <a:cubicBezTo>
                    <a:pt x="15919" y="20269"/>
                    <a:pt x="16875" y="20727"/>
                    <a:pt x="17843" y="20835"/>
                  </a:cubicBezTo>
                  <a:cubicBezTo>
                    <a:pt x="17970" y="20849"/>
                    <a:pt x="18097" y="20856"/>
                    <a:pt x="18224" y="20856"/>
                  </a:cubicBezTo>
                  <a:cubicBezTo>
                    <a:pt x="19196" y="20856"/>
                    <a:pt x="20143" y="20452"/>
                    <a:pt x="20878" y="19807"/>
                  </a:cubicBezTo>
                  <a:lnTo>
                    <a:pt x="20878" y="19807"/>
                  </a:lnTo>
                  <a:lnTo>
                    <a:pt x="20870" y="19821"/>
                  </a:lnTo>
                  <a:cubicBezTo>
                    <a:pt x="22606" y="19043"/>
                    <a:pt x="24557" y="18950"/>
                    <a:pt x="26424" y="18586"/>
                  </a:cubicBezTo>
                  <a:cubicBezTo>
                    <a:pt x="28291" y="18223"/>
                    <a:pt x="30245" y="17467"/>
                    <a:pt x="31239" y="15846"/>
                  </a:cubicBezTo>
                  <a:cubicBezTo>
                    <a:pt x="32961" y="13036"/>
                    <a:pt x="30956" y="9459"/>
                    <a:pt x="28830" y="6941"/>
                  </a:cubicBezTo>
                  <a:cubicBezTo>
                    <a:pt x="28447" y="6487"/>
                    <a:pt x="28032" y="6020"/>
                    <a:pt x="27473" y="5818"/>
                  </a:cubicBezTo>
                  <a:cubicBezTo>
                    <a:pt x="27255" y="5739"/>
                    <a:pt x="27037" y="5705"/>
                    <a:pt x="26820" y="5705"/>
                  </a:cubicBezTo>
                  <a:cubicBezTo>
                    <a:pt x="25698" y="5705"/>
                    <a:pt x="24585" y="6612"/>
                    <a:pt x="23417" y="6892"/>
                  </a:cubicBezTo>
                  <a:cubicBezTo>
                    <a:pt x="23134" y="6960"/>
                    <a:pt x="22857" y="6992"/>
                    <a:pt x="22585" y="6992"/>
                  </a:cubicBezTo>
                  <a:cubicBezTo>
                    <a:pt x="20207" y="6992"/>
                    <a:pt x="18245" y="4568"/>
                    <a:pt x="16355" y="2856"/>
                  </a:cubicBezTo>
                  <a:cubicBezTo>
                    <a:pt x="14491" y="1168"/>
                    <a:pt x="12019" y="0"/>
                    <a:pt x="954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6" name="Google Shape;706;p16"/>
          <p:cNvGrpSpPr/>
          <p:nvPr/>
        </p:nvGrpSpPr>
        <p:grpSpPr>
          <a:xfrm rot="-5400000">
            <a:off x="5165217" y="3071898"/>
            <a:ext cx="1646109" cy="2015829"/>
            <a:chOff x="6205882" y="1611750"/>
            <a:chExt cx="1444842" cy="1769357"/>
          </a:xfrm>
        </p:grpSpPr>
        <p:sp>
          <p:nvSpPr>
            <p:cNvPr id="707" name="Google Shape;707;p16"/>
            <p:cNvSpPr/>
            <p:nvPr/>
          </p:nvSpPr>
          <p:spPr>
            <a:xfrm>
              <a:off x="6205882" y="1697125"/>
              <a:ext cx="1349592" cy="1683982"/>
            </a:xfrm>
            <a:custGeom>
              <a:avLst/>
              <a:gdLst/>
              <a:ahLst/>
              <a:cxnLst/>
              <a:rect l="l" t="t" r="r" b="b"/>
              <a:pathLst>
                <a:path w="27364" h="34144" extrusionOk="0">
                  <a:moveTo>
                    <a:pt x="8616" y="0"/>
                  </a:moveTo>
                  <a:cubicBezTo>
                    <a:pt x="6961" y="0"/>
                    <a:pt x="5320" y="437"/>
                    <a:pt x="3945" y="1357"/>
                  </a:cubicBezTo>
                  <a:cubicBezTo>
                    <a:pt x="1373" y="3078"/>
                    <a:pt x="1" y="6553"/>
                    <a:pt x="1029" y="9470"/>
                  </a:cubicBezTo>
                  <a:cubicBezTo>
                    <a:pt x="2046" y="12359"/>
                    <a:pt x="5085" y="14406"/>
                    <a:pt x="5384" y="17454"/>
                  </a:cubicBezTo>
                  <a:cubicBezTo>
                    <a:pt x="5562" y="19261"/>
                    <a:pt x="4712" y="20994"/>
                    <a:pt x="4398" y="22782"/>
                  </a:cubicBezTo>
                  <a:cubicBezTo>
                    <a:pt x="3582" y="27418"/>
                    <a:pt x="6831" y="32299"/>
                    <a:pt x="11328" y="33693"/>
                  </a:cubicBezTo>
                  <a:cubicBezTo>
                    <a:pt x="12312" y="33998"/>
                    <a:pt x="13331" y="34143"/>
                    <a:pt x="14351" y="34143"/>
                  </a:cubicBezTo>
                  <a:cubicBezTo>
                    <a:pt x="17991" y="34143"/>
                    <a:pt x="21649" y="32300"/>
                    <a:pt x="23833" y="29341"/>
                  </a:cubicBezTo>
                  <a:cubicBezTo>
                    <a:pt x="24932" y="27851"/>
                    <a:pt x="25710" y="26004"/>
                    <a:pt x="25440" y="24171"/>
                  </a:cubicBezTo>
                  <a:cubicBezTo>
                    <a:pt x="25041" y="21461"/>
                    <a:pt x="22473" y="18757"/>
                    <a:pt x="23843" y="16384"/>
                  </a:cubicBezTo>
                  <a:cubicBezTo>
                    <a:pt x="24719" y="14868"/>
                    <a:pt x="26965" y="14257"/>
                    <a:pt x="27264" y="12531"/>
                  </a:cubicBezTo>
                  <a:cubicBezTo>
                    <a:pt x="27363" y="11957"/>
                    <a:pt x="27209" y="11370"/>
                    <a:pt x="27027" y="10816"/>
                  </a:cubicBezTo>
                  <a:cubicBezTo>
                    <a:pt x="26381" y="8847"/>
                    <a:pt x="25305" y="6926"/>
                    <a:pt x="23569" y="5796"/>
                  </a:cubicBezTo>
                  <a:cubicBezTo>
                    <a:pt x="22697" y="5227"/>
                    <a:pt x="21633" y="4911"/>
                    <a:pt x="20592" y="4911"/>
                  </a:cubicBezTo>
                  <a:cubicBezTo>
                    <a:pt x="20074" y="4911"/>
                    <a:pt x="19561" y="4990"/>
                    <a:pt x="19081" y="5154"/>
                  </a:cubicBezTo>
                  <a:cubicBezTo>
                    <a:pt x="16874" y="3973"/>
                    <a:pt x="15066" y="2065"/>
                    <a:pt x="12801" y="961"/>
                  </a:cubicBezTo>
                  <a:cubicBezTo>
                    <a:pt x="11507" y="331"/>
                    <a:pt x="10056" y="0"/>
                    <a:pt x="8616" y="0"/>
                  </a:cubicBezTo>
                  <a:close/>
                </a:path>
              </a:pathLst>
            </a:custGeom>
            <a:solidFill>
              <a:srgbClr val="CDD7B6">
                <a:alpha val="3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6301132" y="1611750"/>
              <a:ext cx="1349592" cy="1683982"/>
            </a:xfrm>
            <a:custGeom>
              <a:avLst/>
              <a:gdLst/>
              <a:ahLst/>
              <a:cxnLst/>
              <a:rect l="l" t="t" r="r" b="b"/>
              <a:pathLst>
                <a:path w="27364" h="34144" extrusionOk="0">
                  <a:moveTo>
                    <a:pt x="8616" y="0"/>
                  </a:moveTo>
                  <a:cubicBezTo>
                    <a:pt x="6961" y="0"/>
                    <a:pt x="5320" y="437"/>
                    <a:pt x="3945" y="1357"/>
                  </a:cubicBezTo>
                  <a:cubicBezTo>
                    <a:pt x="1373" y="3078"/>
                    <a:pt x="1" y="6553"/>
                    <a:pt x="1029" y="9470"/>
                  </a:cubicBezTo>
                  <a:cubicBezTo>
                    <a:pt x="2046" y="12359"/>
                    <a:pt x="5085" y="14406"/>
                    <a:pt x="5384" y="17454"/>
                  </a:cubicBezTo>
                  <a:cubicBezTo>
                    <a:pt x="5562" y="19261"/>
                    <a:pt x="4712" y="20994"/>
                    <a:pt x="4398" y="22782"/>
                  </a:cubicBezTo>
                  <a:cubicBezTo>
                    <a:pt x="3582" y="27418"/>
                    <a:pt x="6831" y="32299"/>
                    <a:pt x="11328" y="33693"/>
                  </a:cubicBezTo>
                  <a:cubicBezTo>
                    <a:pt x="12312" y="33998"/>
                    <a:pt x="13331" y="34143"/>
                    <a:pt x="14351" y="34143"/>
                  </a:cubicBezTo>
                  <a:cubicBezTo>
                    <a:pt x="17991" y="34143"/>
                    <a:pt x="21649" y="32300"/>
                    <a:pt x="23833" y="29341"/>
                  </a:cubicBezTo>
                  <a:cubicBezTo>
                    <a:pt x="24932" y="27851"/>
                    <a:pt x="25710" y="26004"/>
                    <a:pt x="25440" y="24171"/>
                  </a:cubicBezTo>
                  <a:cubicBezTo>
                    <a:pt x="25041" y="21461"/>
                    <a:pt x="22473" y="18757"/>
                    <a:pt x="23843" y="16384"/>
                  </a:cubicBezTo>
                  <a:cubicBezTo>
                    <a:pt x="24719" y="14868"/>
                    <a:pt x="26965" y="14257"/>
                    <a:pt x="27264" y="12531"/>
                  </a:cubicBezTo>
                  <a:cubicBezTo>
                    <a:pt x="27363" y="11957"/>
                    <a:pt x="27209" y="11370"/>
                    <a:pt x="27027" y="10816"/>
                  </a:cubicBezTo>
                  <a:cubicBezTo>
                    <a:pt x="26381" y="8847"/>
                    <a:pt x="25305" y="6926"/>
                    <a:pt x="23569" y="5796"/>
                  </a:cubicBezTo>
                  <a:cubicBezTo>
                    <a:pt x="22697" y="5227"/>
                    <a:pt x="21633" y="4911"/>
                    <a:pt x="20592" y="4911"/>
                  </a:cubicBezTo>
                  <a:cubicBezTo>
                    <a:pt x="20074" y="4911"/>
                    <a:pt x="19561" y="4990"/>
                    <a:pt x="19081" y="5154"/>
                  </a:cubicBezTo>
                  <a:cubicBezTo>
                    <a:pt x="16874" y="3973"/>
                    <a:pt x="15066" y="2065"/>
                    <a:pt x="12801" y="961"/>
                  </a:cubicBezTo>
                  <a:cubicBezTo>
                    <a:pt x="11507" y="331"/>
                    <a:pt x="10056" y="0"/>
                    <a:pt x="861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9" name="Google Shape;709;p16"/>
          <p:cNvGrpSpPr/>
          <p:nvPr/>
        </p:nvGrpSpPr>
        <p:grpSpPr>
          <a:xfrm rot="1642616">
            <a:off x="3975753" y="1611149"/>
            <a:ext cx="1192492" cy="1159231"/>
            <a:chOff x="4484525" y="1836375"/>
            <a:chExt cx="1259436" cy="1224307"/>
          </a:xfrm>
        </p:grpSpPr>
        <p:sp>
          <p:nvSpPr>
            <p:cNvPr id="710" name="Google Shape;710;p16"/>
            <p:cNvSpPr/>
            <p:nvPr/>
          </p:nvSpPr>
          <p:spPr>
            <a:xfrm>
              <a:off x="5619551" y="2044653"/>
              <a:ext cx="61387" cy="67109"/>
            </a:xfrm>
            <a:custGeom>
              <a:avLst/>
              <a:gdLst/>
              <a:ahLst/>
              <a:cxnLst/>
              <a:rect l="l" t="t" r="r" b="b"/>
              <a:pathLst>
                <a:path w="1502" h="1642" extrusionOk="0">
                  <a:moveTo>
                    <a:pt x="567" y="1"/>
                  </a:moveTo>
                  <a:cubicBezTo>
                    <a:pt x="65" y="1"/>
                    <a:pt x="0" y="683"/>
                    <a:pt x="102" y="1057"/>
                  </a:cubicBezTo>
                  <a:cubicBezTo>
                    <a:pt x="190" y="1384"/>
                    <a:pt x="492" y="1641"/>
                    <a:pt x="807" y="1641"/>
                  </a:cubicBezTo>
                  <a:cubicBezTo>
                    <a:pt x="940" y="1641"/>
                    <a:pt x="1076" y="1595"/>
                    <a:pt x="1199" y="1489"/>
                  </a:cubicBezTo>
                  <a:cubicBezTo>
                    <a:pt x="1222" y="1469"/>
                    <a:pt x="1243" y="1448"/>
                    <a:pt x="1263" y="1427"/>
                  </a:cubicBezTo>
                  <a:lnTo>
                    <a:pt x="1263" y="1427"/>
                  </a:lnTo>
                  <a:cubicBezTo>
                    <a:pt x="1340" y="1363"/>
                    <a:pt x="1396" y="1272"/>
                    <a:pt x="1408" y="1173"/>
                  </a:cubicBezTo>
                  <a:lnTo>
                    <a:pt x="1408" y="1173"/>
                  </a:lnTo>
                  <a:cubicBezTo>
                    <a:pt x="1501" y="853"/>
                    <a:pt x="1327" y="486"/>
                    <a:pt x="1104" y="227"/>
                  </a:cubicBezTo>
                  <a:cubicBezTo>
                    <a:pt x="1037" y="149"/>
                    <a:pt x="957" y="108"/>
                    <a:pt x="877" y="95"/>
                  </a:cubicBezTo>
                  <a:lnTo>
                    <a:pt x="877" y="95"/>
                  </a:lnTo>
                  <a:cubicBezTo>
                    <a:pt x="808" y="49"/>
                    <a:pt x="731" y="18"/>
                    <a:pt x="647" y="7"/>
                  </a:cubicBezTo>
                  <a:cubicBezTo>
                    <a:pt x="619" y="3"/>
                    <a:pt x="592" y="1"/>
                    <a:pt x="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5551787" y="2215330"/>
              <a:ext cx="73484" cy="64575"/>
            </a:xfrm>
            <a:custGeom>
              <a:avLst/>
              <a:gdLst/>
              <a:ahLst/>
              <a:cxnLst/>
              <a:rect l="l" t="t" r="r" b="b"/>
              <a:pathLst>
                <a:path w="1798" h="1580" extrusionOk="0">
                  <a:moveTo>
                    <a:pt x="777" y="0"/>
                  </a:moveTo>
                  <a:cubicBezTo>
                    <a:pt x="583" y="0"/>
                    <a:pt x="402" y="71"/>
                    <a:pt x="275" y="251"/>
                  </a:cubicBezTo>
                  <a:cubicBezTo>
                    <a:pt x="0" y="641"/>
                    <a:pt x="201" y="1220"/>
                    <a:pt x="584" y="1458"/>
                  </a:cubicBezTo>
                  <a:cubicBezTo>
                    <a:pt x="716" y="1540"/>
                    <a:pt x="869" y="1580"/>
                    <a:pt x="1021" y="1580"/>
                  </a:cubicBezTo>
                  <a:cubicBezTo>
                    <a:pt x="1319" y="1580"/>
                    <a:pt x="1613" y="1424"/>
                    <a:pt x="1736" y="1126"/>
                  </a:cubicBezTo>
                  <a:cubicBezTo>
                    <a:pt x="1798" y="977"/>
                    <a:pt x="1796" y="815"/>
                    <a:pt x="1749" y="668"/>
                  </a:cubicBezTo>
                  <a:lnTo>
                    <a:pt x="1749" y="668"/>
                  </a:lnTo>
                  <a:cubicBezTo>
                    <a:pt x="1749" y="548"/>
                    <a:pt x="1687" y="432"/>
                    <a:pt x="1591" y="344"/>
                  </a:cubicBezTo>
                  <a:cubicBezTo>
                    <a:pt x="1389" y="161"/>
                    <a:pt x="1069" y="0"/>
                    <a:pt x="7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5667779" y="2148343"/>
              <a:ext cx="76182" cy="62082"/>
            </a:xfrm>
            <a:custGeom>
              <a:avLst/>
              <a:gdLst/>
              <a:ahLst/>
              <a:cxnLst/>
              <a:rect l="l" t="t" r="r" b="b"/>
              <a:pathLst>
                <a:path w="1864" h="1519" extrusionOk="0">
                  <a:moveTo>
                    <a:pt x="772" y="773"/>
                  </a:moveTo>
                  <a:lnTo>
                    <a:pt x="772" y="773"/>
                  </a:lnTo>
                  <a:cubicBezTo>
                    <a:pt x="772" y="773"/>
                    <a:pt x="772" y="773"/>
                    <a:pt x="772" y="773"/>
                  </a:cubicBezTo>
                  <a:lnTo>
                    <a:pt x="772" y="773"/>
                  </a:lnTo>
                  <a:cubicBezTo>
                    <a:pt x="772" y="773"/>
                    <a:pt x="772" y="773"/>
                    <a:pt x="772" y="773"/>
                  </a:cubicBezTo>
                  <a:lnTo>
                    <a:pt x="772" y="773"/>
                  </a:lnTo>
                  <a:cubicBezTo>
                    <a:pt x="772" y="773"/>
                    <a:pt x="772" y="773"/>
                    <a:pt x="772" y="773"/>
                  </a:cubicBezTo>
                  <a:lnTo>
                    <a:pt x="772" y="773"/>
                  </a:lnTo>
                  <a:cubicBezTo>
                    <a:pt x="772" y="773"/>
                    <a:pt x="772" y="773"/>
                    <a:pt x="772" y="773"/>
                  </a:cubicBezTo>
                  <a:close/>
                  <a:moveTo>
                    <a:pt x="798" y="0"/>
                  </a:moveTo>
                  <a:cubicBezTo>
                    <a:pt x="657" y="0"/>
                    <a:pt x="516" y="45"/>
                    <a:pt x="403" y="138"/>
                  </a:cubicBezTo>
                  <a:cubicBezTo>
                    <a:pt x="1" y="469"/>
                    <a:pt x="134" y="1126"/>
                    <a:pt x="543" y="1384"/>
                  </a:cubicBezTo>
                  <a:cubicBezTo>
                    <a:pt x="683" y="1473"/>
                    <a:pt x="852" y="1519"/>
                    <a:pt x="1020" y="1519"/>
                  </a:cubicBezTo>
                  <a:cubicBezTo>
                    <a:pt x="1332" y="1519"/>
                    <a:pt x="1638" y="1362"/>
                    <a:pt x="1738" y="1036"/>
                  </a:cubicBezTo>
                  <a:cubicBezTo>
                    <a:pt x="1863" y="624"/>
                    <a:pt x="1583" y="152"/>
                    <a:pt x="1163" y="108"/>
                  </a:cubicBezTo>
                  <a:lnTo>
                    <a:pt x="1163" y="108"/>
                  </a:lnTo>
                  <a:cubicBezTo>
                    <a:pt x="1140" y="93"/>
                    <a:pt x="1116" y="80"/>
                    <a:pt x="1092" y="68"/>
                  </a:cubicBezTo>
                  <a:cubicBezTo>
                    <a:pt x="1000" y="23"/>
                    <a:pt x="899" y="0"/>
                    <a:pt x="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5656621" y="2298748"/>
              <a:ext cx="64166" cy="55828"/>
            </a:xfrm>
            <a:custGeom>
              <a:avLst/>
              <a:gdLst/>
              <a:ahLst/>
              <a:cxnLst/>
              <a:rect l="l" t="t" r="r" b="b"/>
              <a:pathLst>
                <a:path w="1570" h="1366" extrusionOk="0">
                  <a:moveTo>
                    <a:pt x="508" y="1"/>
                  </a:moveTo>
                  <a:cubicBezTo>
                    <a:pt x="449" y="1"/>
                    <a:pt x="389" y="6"/>
                    <a:pt x="329" y="17"/>
                  </a:cubicBezTo>
                  <a:cubicBezTo>
                    <a:pt x="179" y="46"/>
                    <a:pt x="1" y="186"/>
                    <a:pt x="3" y="357"/>
                  </a:cubicBezTo>
                  <a:cubicBezTo>
                    <a:pt x="6" y="631"/>
                    <a:pt x="57" y="900"/>
                    <a:pt x="251" y="1108"/>
                  </a:cubicBezTo>
                  <a:cubicBezTo>
                    <a:pt x="401" y="1268"/>
                    <a:pt x="614" y="1366"/>
                    <a:pt x="833" y="1366"/>
                  </a:cubicBezTo>
                  <a:cubicBezTo>
                    <a:pt x="869" y="1366"/>
                    <a:pt x="906" y="1363"/>
                    <a:pt x="942" y="1358"/>
                  </a:cubicBezTo>
                  <a:cubicBezTo>
                    <a:pt x="1007" y="1347"/>
                    <a:pt x="1070" y="1327"/>
                    <a:pt x="1128" y="1300"/>
                  </a:cubicBezTo>
                  <a:lnTo>
                    <a:pt x="1128" y="1300"/>
                  </a:lnTo>
                  <a:cubicBezTo>
                    <a:pt x="1134" y="1300"/>
                    <a:pt x="1140" y="1300"/>
                    <a:pt x="1147" y="1300"/>
                  </a:cubicBezTo>
                  <a:cubicBezTo>
                    <a:pt x="1166" y="1300"/>
                    <a:pt x="1185" y="1299"/>
                    <a:pt x="1205" y="1296"/>
                  </a:cubicBezTo>
                  <a:cubicBezTo>
                    <a:pt x="1405" y="1264"/>
                    <a:pt x="1570" y="1059"/>
                    <a:pt x="1528" y="851"/>
                  </a:cubicBezTo>
                  <a:cubicBezTo>
                    <a:pt x="1520" y="811"/>
                    <a:pt x="1510" y="772"/>
                    <a:pt x="1497" y="734"/>
                  </a:cubicBezTo>
                  <a:lnTo>
                    <a:pt x="1497" y="734"/>
                  </a:lnTo>
                  <a:cubicBezTo>
                    <a:pt x="1507" y="521"/>
                    <a:pt x="1420" y="305"/>
                    <a:pt x="1231" y="185"/>
                  </a:cubicBezTo>
                  <a:cubicBezTo>
                    <a:pt x="1158" y="140"/>
                    <a:pt x="1076" y="116"/>
                    <a:pt x="995" y="116"/>
                  </a:cubicBezTo>
                  <a:cubicBezTo>
                    <a:pt x="988" y="116"/>
                    <a:pt x="981" y="116"/>
                    <a:pt x="973" y="117"/>
                  </a:cubicBezTo>
                  <a:lnTo>
                    <a:pt x="973" y="117"/>
                  </a:lnTo>
                  <a:cubicBezTo>
                    <a:pt x="832" y="43"/>
                    <a:pt x="673" y="1"/>
                    <a:pt x="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5673869" y="2421156"/>
              <a:ext cx="60528" cy="60774"/>
            </a:xfrm>
            <a:custGeom>
              <a:avLst/>
              <a:gdLst/>
              <a:ahLst/>
              <a:cxnLst/>
              <a:rect l="l" t="t" r="r" b="b"/>
              <a:pathLst>
                <a:path w="1481" h="1487" extrusionOk="0">
                  <a:moveTo>
                    <a:pt x="436" y="813"/>
                  </a:moveTo>
                  <a:cubicBezTo>
                    <a:pt x="440" y="841"/>
                    <a:pt x="444" y="867"/>
                    <a:pt x="441" y="867"/>
                  </a:cubicBezTo>
                  <a:cubicBezTo>
                    <a:pt x="441" y="867"/>
                    <a:pt x="441" y="867"/>
                    <a:pt x="441" y="867"/>
                  </a:cubicBezTo>
                  <a:cubicBezTo>
                    <a:pt x="404" y="856"/>
                    <a:pt x="411" y="835"/>
                    <a:pt x="436" y="813"/>
                  </a:cubicBezTo>
                  <a:close/>
                  <a:moveTo>
                    <a:pt x="640" y="0"/>
                  </a:moveTo>
                  <a:cubicBezTo>
                    <a:pt x="262" y="0"/>
                    <a:pt x="0" y="354"/>
                    <a:pt x="31" y="725"/>
                  </a:cubicBezTo>
                  <a:cubicBezTo>
                    <a:pt x="58" y="1065"/>
                    <a:pt x="273" y="1487"/>
                    <a:pt x="650" y="1487"/>
                  </a:cubicBezTo>
                  <a:cubicBezTo>
                    <a:pt x="676" y="1487"/>
                    <a:pt x="702" y="1485"/>
                    <a:pt x="730" y="1480"/>
                  </a:cubicBezTo>
                  <a:cubicBezTo>
                    <a:pt x="782" y="1472"/>
                    <a:pt x="832" y="1456"/>
                    <a:pt x="879" y="1432"/>
                  </a:cubicBezTo>
                  <a:lnTo>
                    <a:pt x="879" y="1432"/>
                  </a:lnTo>
                  <a:cubicBezTo>
                    <a:pt x="932" y="1456"/>
                    <a:pt x="990" y="1469"/>
                    <a:pt x="1049" y="1469"/>
                  </a:cubicBezTo>
                  <a:cubicBezTo>
                    <a:pt x="1101" y="1469"/>
                    <a:pt x="1154" y="1458"/>
                    <a:pt x="1203" y="1436"/>
                  </a:cubicBezTo>
                  <a:cubicBezTo>
                    <a:pt x="1397" y="1349"/>
                    <a:pt x="1480" y="1115"/>
                    <a:pt x="1397" y="922"/>
                  </a:cubicBezTo>
                  <a:cubicBezTo>
                    <a:pt x="1331" y="770"/>
                    <a:pt x="1265" y="617"/>
                    <a:pt x="1199" y="466"/>
                  </a:cubicBezTo>
                  <a:lnTo>
                    <a:pt x="1199" y="466"/>
                  </a:lnTo>
                  <a:cubicBezTo>
                    <a:pt x="1192" y="332"/>
                    <a:pt x="1128" y="210"/>
                    <a:pt x="1000" y="143"/>
                  </a:cubicBezTo>
                  <a:lnTo>
                    <a:pt x="1000" y="143"/>
                  </a:lnTo>
                  <a:cubicBezTo>
                    <a:pt x="927" y="72"/>
                    <a:pt x="836" y="21"/>
                    <a:pt x="723" y="6"/>
                  </a:cubicBezTo>
                  <a:cubicBezTo>
                    <a:pt x="695" y="2"/>
                    <a:pt x="667" y="0"/>
                    <a:pt x="6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5427622" y="2305410"/>
              <a:ext cx="64166" cy="71073"/>
            </a:xfrm>
            <a:custGeom>
              <a:avLst/>
              <a:gdLst/>
              <a:ahLst/>
              <a:cxnLst/>
              <a:rect l="l" t="t" r="r" b="b"/>
              <a:pathLst>
                <a:path w="1570" h="1739" extrusionOk="0">
                  <a:moveTo>
                    <a:pt x="651" y="1083"/>
                  </a:moveTo>
                  <a:cubicBezTo>
                    <a:pt x="650" y="1089"/>
                    <a:pt x="649" y="1092"/>
                    <a:pt x="649" y="1092"/>
                  </a:cubicBezTo>
                  <a:cubicBezTo>
                    <a:pt x="649" y="1092"/>
                    <a:pt x="649" y="1088"/>
                    <a:pt x="651" y="1083"/>
                  </a:cubicBezTo>
                  <a:close/>
                  <a:moveTo>
                    <a:pt x="782" y="1"/>
                  </a:moveTo>
                  <a:cubicBezTo>
                    <a:pt x="758" y="1"/>
                    <a:pt x="734" y="2"/>
                    <a:pt x="710" y="5"/>
                  </a:cubicBezTo>
                  <a:cubicBezTo>
                    <a:pt x="199" y="73"/>
                    <a:pt x="1" y="622"/>
                    <a:pt x="167" y="1060"/>
                  </a:cubicBezTo>
                  <a:cubicBezTo>
                    <a:pt x="280" y="1357"/>
                    <a:pt x="564" y="1739"/>
                    <a:pt x="891" y="1739"/>
                  </a:cubicBezTo>
                  <a:cubicBezTo>
                    <a:pt x="991" y="1739"/>
                    <a:pt x="1095" y="1703"/>
                    <a:pt x="1199" y="1618"/>
                  </a:cubicBezTo>
                  <a:cubicBezTo>
                    <a:pt x="1329" y="1512"/>
                    <a:pt x="1400" y="1361"/>
                    <a:pt x="1430" y="1194"/>
                  </a:cubicBezTo>
                  <a:lnTo>
                    <a:pt x="1430" y="1194"/>
                  </a:lnTo>
                  <a:cubicBezTo>
                    <a:pt x="1535" y="1067"/>
                    <a:pt x="1569" y="882"/>
                    <a:pt x="1439" y="714"/>
                  </a:cubicBezTo>
                  <a:cubicBezTo>
                    <a:pt x="1431" y="705"/>
                    <a:pt x="1425" y="681"/>
                    <a:pt x="1418" y="652"/>
                  </a:cubicBezTo>
                  <a:lnTo>
                    <a:pt x="1418" y="652"/>
                  </a:lnTo>
                  <a:cubicBezTo>
                    <a:pt x="1391" y="506"/>
                    <a:pt x="1352" y="367"/>
                    <a:pt x="1310" y="252"/>
                  </a:cubicBezTo>
                  <a:cubicBezTo>
                    <a:pt x="1259" y="107"/>
                    <a:pt x="1103" y="27"/>
                    <a:pt x="952" y="27"/>
                  </a:cubicBezTo>
                  <a:cubicBezTo>
                    <a:pt x="951" y="27"/>
                    <a:pt x="950" y="27"/>
                    <a:pt x="949" y="27"/>
                  </a:cubicBezTo>
                  <a:lnTo>
                    <a:pt x="949" y="27"/>
                  </a:lnTo>
                  <a:cubicBezTo>
                    <a:pt x="896" y="10"/>
                    <a:pt x="840" y="1"/>
                    <a:pt x="7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5487334" y="2005908"/>
              <a:ext cx="66291" cy="76304"/>
            </a:xfrm>
            <a:custGeom>
              <a:avLst/>
              <a:gdLst/>
              <a:ahLst/>
              <a:cxnLst/>
              <a:rect l="l" t="t" r="r" b="b"/>
              <a:pathLst>
                <a:path w="1622" h="1867" extrusionOk="0">
                  <a:moveTo>
                    <a:pt x="651" y="0"/>
                  </a:moveTo>
                  <a:cubicBezTo>
                    <a:pt x="316" y="0"/>
                    <a:pt x="10" y="274"/>
                    <a:pt x="5" y="674"/>
                  </a:cubicBezTo>
                  <a:cubicBezTo>
                    <a:pt x="0" y="1090"/>
                    <a:pt x="369" y="1818"/>
                    <a:pt x="831" y="1864"/>
                  </a:cubicBezTo>
                  <a:cubicBezTo>
                    <a:pt x="848" y="1866"/>
                    <a:pt x="865" y="1867"/>
                    <a:pt x="881" y="1867"/>
                  </a:cubicBezTo>
                  <a:cubicBezTo>
                    <a:pt x="965" y="1867"/>
                    <a:pt x="1042" y="1845"/>
                    <a:pt x="1110" y="1806"/>
                  </a:cubicBezTo>
                  <a:lnTo>
                    <a:pt x="1110" y="1806"/>
                  </a:lnTo>
                  <a:cubicBezTo>
                    <a:pt x="1126" y="1808"/>
                    <a:pt x="1142" y="1809"/>
                    <a:pt x="1159" y="1809"/>
                  </a:cubicBezTo>
                  <a:cubicBezTo>
                    <a:pt x="1336" y="1809"/>
                    <a:pt x="1515" y="1705"/>
                    <a:pt x="1549" y="1480"/>
                  </a:cubicBezTo>
                  <a:cubicBezTo>
                    <a:pt x="1621" y="1000"/>
                    <a:pt x="1453" y="490"/>
                    <a:pt x="1084" y="169"/>
                  </a:cubicBezTo>
                  <a:cubicBezTo>
                    <a:pt x="949" y="52"/>
                    <a:pt x="797" y="0"/>
                    <a:pt x="6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5399584" y="1924820"/>
              <a:ext cx="86644" cy="59343"/>
            </a:xfrm>
            <a:custGeom>
              <a:avLst/>
              <a:gdLst/>
              <a:ahLst/>
              <a:cxnLst/>
              <a:rect l="l" t="t" r="r" b="b"/>
              <a:pathLst>
                <a:path w="2120" h="1452" extrusionOk="0">
                  <a:moveTo>
                    <a:pt x="854" y="851"/>
                  </a:moveTo>
                  <a:lnTo>
                    <a:pt x="854" y="851"/>
                  </a:lnTo>
                  <a:cubicBezTo>
                    <a:pt x="853" y="853"/>
                    <a:pt x="852" y="854"/>
                    <a:pt x="851" y="855"/>
                  </a:cubicBezTo>
                  <a:cubicBezTo>
                    <a:pt x="836" y="868"/>
                    <a:pt x="827" y="872"/>
                    <a:pt x="823" y="872"/>
                  </a:cubicBezTo>
                  <a:cubicBezTo>
                    <a:pt x="816" y="872"/>
                    <a:pt x="829" y="855"/>
                    <a:pt x="854" y="851"/>
                  </a:cubicBezTo>
                  <a:close/>
                  <a:moveTo>
                    <a:pt x="933" y="0"/>
                  </a:moveTo>
                  <a:cubicBezTo>
                    <a:pt x="844" y="0"/>
                    <a:pt x="766" y="37"/>
                    <a:pt x="707" y="95"/>
                  </a:cubicBezTo>
                  <a:lnTo>
                    <a:pt x="707" y="95"/>
                  </a:lnTo>
                  <a:cubicBezTo>
                    <a:pt x="513" y="130"/>
                    <a:pt x="331" y="230"/>
                    <a:pt x="245" y="413"/>
                  </a:cubicBezTo>
                  <a:cubicBezTo>
                    <a:pt x="0" y="931"/>
                    <a:pt x="710" y="1371"/>
                    <a:pt x="1143" y="1442"/>
                  </a:cubicBezTo>
                  <a:cubicBezTo>
                    <a:pt x="1185" y="1448"/>
                    <a:pt x="1227" y="1452"/>
                    <a:pt x="1269" y="1452"/>
                  </a:cubicBezTo>
                  <a:cubicBezTo>
                    <a:pt x="1709" y="1452"/>
                    <a:pt x="2119" y="1084"/>
                    <a:pt x="2059" y="614"/>
                  </a:cubicBezTo>
                  <a:cubicBezTo>
                    <a:pt x="2029" y="384"/>
                    <a:pt x="1851" y="189"/>
                    <a:pt x="1636" y="115"/>
                  </a:cubicBezTo>
                  <a:cubicBezTo>
                    <a:pt x="1462" y="55"/>
                    <a:pt x="1251" y="108"/>
                    <a:pt x="1092" y="37"/>
                  </a:cubicBezTo>
                  <a:cubicBezTo>
                    <a:pt x="1036" y="12"/>
                    <a:pt x="983" y="0"/>
                    <a:pt x="9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5303619" y="1954615"/>
              <a:ext cx="75610" cy="57954"/>
            </a:xfrm>
            <a:custGeom>
              <a:avLst/>
              <a:gdLst/>
              <a:ahLst/>
              <a:cxnLst/>
              <a:rect l="l" t="t" r="r" b="b"/>
              <a:pathLst>
                <a:path w="1850" h="1418" extrusionOk="0">
                  <a:moveTo>
                    <a:pt x="894" y="652"/>
                  </a:moveTo>
                  <a:cubicBezTo>
                    <a:pt x="907" y="653"/>
                    <a:pt x="917" y="659"/>
                    <a:pt x="935" y="663"/>
                  </a:cubicBezTo>
                  <a:lnTo>
                    <a:pt x="935" y="663"/>
                  </a:lnTo>
                  <a:cubicBezTo>
                    <a:pt x="935" y="663"/>
                    <a:pt x="935" y="663"/>
                    <a:pt x="935" y="663"/>
                  </a:cubicBezTo>
                  <a:lnTo>
                    <a:pt x="935" y="663"/>
                  </a:lnTo>
                  <a:cubicBezTo>
                    <a:pt x="904" y="658"/>
                    <a:pt x="893" y="654"/>
                    <a:pt x="894" y="652"/>
                  </a:cubicBezTo>
                  <a:close/>
                  <a:moveTo>
                    <a:pt x="812" y="719"/>
                  </a:moveTo>
                  <a:cubicBezTo>
                    <a:pt x="812" y="719"/>
                    <a:pt x="812" y="719"/>
                    <a:pt x="812" y="719"/>
                  </a:cubicBezTo>
                  <a:lnTo>
                    <a:pt x="812" y="719"/>
                  </a:lnTo>
                  <a:cubicBezTo>
                    <a:pt x="813" y="725"/>
                    <a:pt x="814" y="734"/>
                    <a:pt x="816" y="744"/>
                  </a:cubicBezTo>
                  <a:cubicBezTo>
                    <a:pt x="813" y="736"/>
                    <a:pt x="812" y="727"/>
                    <a:pt x="812" y="719"/>
                  </a:cubicBezTo>
                  <a:close/>
                  <a:moveTo>
                    <a:pt x="828" y="730"/>
                  </a:moveTo>
                  <a:cubicBezTo>
                    <a:pt x="842" y="738"/>
                    <a:pt x="856" y="747"/>
                    <a:pt x="871" y="754"/>
                  </a:cubicBezTo>
                  <a:cubicBezTo>
                    <a:pt x="854" y="750"/>
                    <a:pt x="841" y="741"/>
                    <a:pt x="828" y="730"/>
                  </a:cubicBezTo>
                  <a:close/>
                  <a:moveTo>
                    <a:pt x="1021" y="0"/>
                  </a:moveTo>
                  <a:cubicBezTo>
                    <a:pt x="921" y="0"/>
                    <a:pt x="821" y="46"/>
                    <a:pt x="746" y="116"/>
                  </a:cubicBezTo>
                  <a:lnTo>
                    <a:pt x="746" y="116"/>
                  </a:lnTo>
                  <a:cubicBezTo>
                    <a:pt x="729" y="114"/>
                    <a:pt x="711" y="113"/>
                    <a:pt x="694" y="113"/>
                  </a:cubicBezTo>
                  <a:cubicBezTo>
                    <a:pt x="578" y="113"/>
                    <a:pt x="465" y="148"/>
                    <a:pt x="360" y="236"/>
                  </a:cubicBezTo>
                  <a:cubicBezTo>
                    <a:pt x="0" y="535"/>
                    <a:pt x="153" y="1094"/>
                    <a:pt x="515" y="1310"/>
                  </a:cubicBezTo>
                  <a:cubicBezTo>
                    <a:pt x="636" y="1382"/>
                    <a:pt x="771" y="1417"/>
                    <a:pt x="904" y="1417"/>
                  </a:cubicBezTo>
                  <a:cubicBezTo>
                    <a:pt x="1068" y="1417"/>
                    <a:pt x="1228" y="1363"/>
                    <a:pt x="1352" y="1258"/>
                  </a:cubicBezTo>
                  <a:lnTo>
                    <a:pt x="1352" y="1258"/>
                  </a:lnTo>
                  <a:cubicBezTo>
                    <a:pt x="1378" y="1262"/>
                    <a:pt x="1404" y="1265"/>
                    <a:pt x="1430" y="1265"/>
                  </a:cubicBezTo>
                  <a:cubicBezTo>
                    <a:pt x="1546" y="1265"/>
                    <a:pt x="1658" y="1217"/>
                    <a:pt x="1735" y="1112"/>
                  </a:cubicBezTo>
                  <a:cubicBezTo>
                    <a:pt x="1850" y="953"/>
                    <a:pt x="1830" y="679"/>
                    <a:pt x="1649" y="569"/>
                  </a:cubicBezTo>
                  <a:cubicBezTo>
                    <a:pt x="1621" y="552"/>
                    <a:pt x="1591" y="533"/>
                    <a:pt x="1560" y="513"/>
                  </a:cubicBezTo>
                  <a:lnTo>
                    <a:pt x="1560" y="513"/>
                  </a:lnTo>
                  <a:cubicBezTo>
                    <a:pt x="1503" y="311"/>
                    <a:pt x="1360" y="136"/>
                    <a:pt x="1156" y="32"/>
                  </a:cubicBezTo>
                  <a:cubicBezTo>
                    <a:pt x="1113" y="10"/>
                    <a:pt x="1067" y="0"/>
                    <a:pt x="10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5313224" y="2066560"/>
              <a:ext cx="73811" cy="67149"/>
            </a:xfrm>
            <a:custGeom>
              <a:avLst/>
              <a:gdLst/>
              <a:ahLst/>
              <a:cxnLst/>
              <a:rect l="l" t="t" r="r" b="b"/>
              <a:pathLst>
                <a:path w="1806" h="1643" extrusionOk="0">
                  <a:moveTo>
                    <a:pt x="720" y="758"/>
                  </a:moveTo>
                  <a:cubicBezTo>
                    <a:pt x="721" y="758"/>
                    <a:pt x="726" y="762"/>
                    <a:pt x="734" y="775"/>
                  </a:cubicBezTo>
                  <a:lnTo>
                    <a:pt x="734" y="775"/>
                  </a:lnTo>
                  <a:cubicBezTo>
                    <a:pt x="722" y="769"/>
                    <a:pt x="717" y="758"/>
                    <a:pt x="720" y="758"/>
                  </a:cubicBezTo>
                  <a:close/>
                  <a:moveTo>
                    <a:pt x="753" y="0"/>
                  </a:moveTo>
                  <a:cubicBezTo>
                    <a:pt x="654" y="0"/>
                    <a:pt x="554" y="22"/>
                    <a:pt x="464" y="67"/>
                  </a:cubicBezTo>
                  <a:cubicBezTo>
                    <a:pt x="1" y="300"/>
                    <a:pt x="7" y="1002"/>
                    <a:pt x="311" y="1356"/>
                  </a:cubicBezTo>
                  <a:cubicBezTo>
                    <a:pt x="469" y="1543"/>
                    <a:pt x="708" y="1642"/>
                    <a:pt x="945" y="1642"/>
                  </a:cubicBezTo>
                  <a:cubicBezTo>
                    <a:pt x="1140" y="1642"/>
                    <a:pt x="1334" y="1575"/>
                    <a:pt x="1482" y="1434"/>
                  </a:cubicBezTo>
                  <a:cubicBezTo>
                    <a:pt x="1805" y="1125"/>
                    <a:pt x="1784" y="506"/>
                    <a:pt x="1373" y="277"/>
                  </a:cubicBezTo>
                  <a:cubicBezTo>
                    <a:pt x="1347" y="262"/>
                    <a:pt x="1320" y="250"/>
                    <a:pt x="1293" y="240"/>
                  </a:cubicBezTo>
                  <a:lnTo>
                    <a:pt x="1293" y="240"/>
                  </a:lnTo>
                  <a:cubicBezTo>
                    <a:pt x="1258" y="202"/>
                    <a:pt x="1219" y="166"/>
                    <a:pt x="1175" y="136"/>
                  </a:cubicBezTo>
                  <a:cubicBezTo>
                    <a:pt x="1054" y="48"/>
                    <a:pt x="903" y="0"/>
                    <a:pt x="7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5337011" y="2197143"/>
              <a:ext cx="64779" cy="68702"/>
            </a:xfrm>
            <a:custGeom>
              <a:avLst/>
              <a:gdLst/>
              <a:ahLst/>
              <a:cxnLst/>
              <a:rect l="l" t="t" r="r" b="b"/>
              <a:pathLst>
                <a:path w="1585" h="1681" extrusionOk="0">
                  <a:moveTo>
                    <a:pt x="621" y="643"/>
                  </a:moveTo>
                  <a:cubicBezTo>
                    <a:pt x="621" y="644"/>
                    <a:pt x="621" y="644"/>
                    <a:pt x="621" y="644"/>
                  </a:cubicBezTo>
                  <a:lnTo>
                    <a:pt x="621" y="644"/>
                  </a:lnTo>
                  <a:cubicBezTo>
                    <a:pt x="621" y="644"/>
                    <a:pt x="621" y="644"/>
                    <a:pt x="621" y="643"/>
                  </a:cubicBezTo>
                  <a:close/>
                  <a:moveTo>
                    <a:pt x="745" y="1"/>
                  </a:moveTo>
                  <a:cubicBezTo>
                    <a:pt x="719" y="1"/>
                    <a:pt x="692" y="2"/>
                    <a:pt x="664" y="5"/>
                  </a:cubicBezTo>
                  <a:cubicBezTo>
                    <a:pt x="219" y="58"/>
                    <a:pt x="0" y="504"/>
                    <a:pt x="106" y="912"/>
                  </a:cubicBezTo>
                  <a:cubicBezTo>
                    <a:pt x="197" y="1262"/>
                    <a:pt x="461" y="1681"/>
                    <a:pt x="856" y="1681"/>
                  </a:cubicBezTo>
                  <a:cubicBezTo>
                    <a:pt x="890" y="1681"/>
                    <a:pt x="924" y="1678"/>
                    <a:pt x="960" y="1671"/>
                  </a:cubicBezTo>
                  <a:cubicBezTo>
                    <a:pt x="1478" y="1578"/>
                    <a:pt x="1584" y="1064"/>
                    <a:pt x="1547" y="619"/>
                  </a:cubicBezTo>
                  <a:cubicBezTo>
                    <a:pt x="1535" y="477"/>
                    <a:pt x="1427" y="365"/>
                    <a:pt x="1297" y="317"/>
                  </a:cubicBezTo>
                  <a:lnTo>
                    <a:pt x="1297" y="317"/>
                  </a:lnTo>
                  <a:cubicBezTo>
                    <a:pt x="1185" y="131"/>
                    <a:pt x="984" y="1"/>
                    <a:pt x="7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5484269" y="2413963"/>
              <a:ext cx="69929" cy="61714"/>
            </a:xfrm>
            <a:custGeom>
              <a:avLst/>
              <a:gdLst/>
              <a:ahLst/>
              <a:cxnLst/>
              <a:rect l="l" t="t" r="r" b="b"/>
              <a:pathLst>
                <a:path w="1711" h="1510" extrusionOk="0">
                  <a:moveTo>
                    <a:pt x="812" y="773"/>
                  </a:moveTo>
                  <a:cubicBezTo>
                    <a:pt x="812" y="773"/>
                    <a:pt x="812" y="774"/>
                    <a:pt x="813" y="774"/>
                  </a:cubicBezTo>
                  <a:cubicBezTo>
                    <a:pt x="812" y="774"/>
                    <a:pt x="812" y="773"/>
                    <a:pt x="812" y="773"/>
                  </a:cubicBezTo>
                  <a:close/>
                  <a:moveTo>
                    <a:pt x="785" y="0"/>
                  </a:moveTo>
                  <a:cubicBezTo>
                    <a:pt x="641" y="0"/>
                    <a:pt x="498" y="44"/>
                    <a:pt x="366" y="152"/>
                  </a:cubicBezTo>
                  <a:cubicBezTo>
                    <a:pt x="1" y="450"/>
                    <a:pt x="137" y="969"/>
                    <a:pt x="435" y="1257"/>
                  </a:cubicBezTo>
                  <a:cubicBezTo>
                    <a:pt x="594" y="1411"/>
                    <a:pt x="809" y="1509"/>
                    <a:pt x="1020" y="1509"/>
                  </a:cubicBezTo>
                  <a:cubicBezTo>
                    <a:pt x="1180" y="1509"/>
                    <a:pt x="1337" y="1452"/>
                    <a:pt x="1464" y="1321"/>
                  </a:cubicBezTo>
                  <a:cubicBezTo>
                    <a:pt x="1641" y="1138"/>
                    <a:pt x="1711" y="828"/>
                    <a:pt x="1608" y="595"/>
                  </a:cubicBezTo>
                  <a:lnTo>
                    <a:pt x="1608" y="595"/>
                  </a:lnTo>
                  <a:cubicBezTo>
                    <a:pt x="1620" y="477"/>
                    <a:pt x="1578" y="354"/>
                    <a:pt x="1454" y="262"/>
                  </a:cubicBezTo>
                  <a:cubicBezTo>
                    <a:pt x="1258" y="117"/>
                    <a:pt x="1020" y="0"/>
                    <a:pt x="7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5570098" y="2558687"/>
              <a:ext cx="71032" cy="64820"/>
            </a:xfrm>
            <a:custGeom>
              <a:avLst/>
              <a:gdLst/>
              <a:ahLst/>
              <a:cxnLst/>
              <a:rect l="l" t="t" r="r" b="b"/>
              <a:pathLst>
                <a:path w="1738" h="1586" extrusionOk="0">
                  <a:moveTo>
                    <a:pt x="560" y="1"/>
                  </a:moveTo>
                  <a:cubicBezTo>
                    <a:pt x="99" y="1"/>
                    <a:pt x="1" y="574"/>
                    <a:pt x="96" y="936"/>
                  </a:cubicBezTo>
                  <a:cubicBezTo>
                    <a:pt x="185" y="1276"/>
                    <a:pt x="437" y="1586"/>
                    <a:pt x="779" y="1586"/>
                  </a:cubicBezTo>
                  <a:cubicBezTo>
                    <a:pt x="857" y="1586"/>
                    <a:pt x="940" y="1570"/>
                    <a:pt x="1027" y="1534"/>
                  </a:cubicBezTo>
                  <a:cubicBezTo>
                    <a:pt x="1043" y="1527"/>
                    <a:pt x="1060" y="1520"/>
                    <a:pt x="1076" y="1511"/>
                  </a:cubicBezTo>
                  <a:lnTo>
                    <a:pt x="1076" y="1511"/>
                  </a:lnTo>
                  <a:cubicBezTo>
                    <a:pt x="1137" y="1552"/>
                    <a:pt x="1207" y="1575"/>
                    <a:pt x="1281" y="1575"/>
                  </a:cubicBezTo>
                  <a:cubicBezTo>
                    <a:pt x="1331" y="1575"/>
                    <a:pt x="1382" y="1565"/>
                    <a:pt x="1435" y="1541"/>
                  </a:cubicBezTo>
                  <a:cubicBezTo>
                    <a:pt x="1608" y="1463"/>
                    <a:pt x="1738" y="1208"/>
                    <a:pt x="1629" y="1028"/>
                  </a:cubicBezTo>
                  <a:lnTo>
                    <a:pt x="1629" y="1027"/>
                  </a:lnTo>
                  <a:cubicBezTo>
                    <a:pt x="1570" y="931"/>
                    <a:pt x="1510" y="836"/>
                    <a:pt x="1447" y="743"/>
                  </a:cubicBezTo>
                  <a:lnTo>
                    <a:pt x="1447" y="743"/>
                  </a:lnTo>
                  <a:cubicBezTo>
                    <a:pt x="1428" y="582"/>
                    <a:pt x="1369" y="425"/>
                    <a:pt x="1302" y="275"/>
                  </a:cubicBezTo>
                  <a:cubicBezTo>
                    <a:pt x="1232" y="119"/>
                    <a:pt x="1103" y="54"/>
                    <a:pt x="971" y="54"/>
                  </a:cubicBezTo>
                  <a:cubicBezTo>
                    <a:pt x="926" y="54"/>
                    <a:pt x="880" y="62"/>
                    <a:pt x="837" y="76"/>
                  </a:cubicBezTo>
                  <a:lnTo>
                    <a:pt x="837" y="76"/>
                  </a:lnTo>
                  <a:cubicBezTo>
                    <a:pt x="773" y="39"/>
                    <a:pt x="703" y="13"/>
                    <a:pt x="627" y="5"/>
                  </a:cubicBezTo>
                  <a:cubicBezTo>
                    <a:pt x="604" y="2"/>
                    <a:pt x="581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5354054" y="2423772"/>
              <a:ext cx="97475" cy="68702"/>
            </a:xfrm>
            <a:custGeom>
              <a:avLst/>
              <a:gdLst/>
              <a:ahLst/>
              <a:cxnLst/>
              <a:rect l="l" t="t" r="r" b="b"/>
              <a:pathLst>
                <a:path w="2385" h="1681" extrusionOk="0">
                  <a:moveTo>
                    <a:pt x="749" y="0"/>
                  </a:moveTo>
                  <a:cubicBezTo>
                    <a:pt x="735" y="0"/>
                    <a:pt x="720" y="1"/>
                    <a:pt x="705" y="2"/>
                  </a:cubicBezTo>
                  <a:cubicBezTo>
                    <a:pt x="135" y="42"/>
                    <a:pt x="0" y="736"/>
                    <a:pt x="199" y="1182"/>
                  </a:cubicBezTo>
                  <a:cubicBezTo>
                    <a:pt x="330" y="1477"/>
                    <a:pt x="634" y="1681"/>
                    <a:pt x="941" y="1681"/>
                  </a:cubicBezTo>
                  <a:cubicBezTo>
                    <a:pt x="1087" y="1681"/>
                    <a:pt x="1233" y="1635"/>
                    <a:pt x="1362" y="1531"/>
                  </a:cubicBezTo>
                  <a:cubicBezTo>
                    <a:pt x="1449" y="1461"/>
                    <a:pt x="1513" y="1377"/>
                    <a:pt x="1558" y="1283"/>
                  </a:cubicBezTo>
                  <a:lnTo>
                    <a:pt x="1558" y="1283"/>
                  </a:lnTo>
                  <a:cubicBezTo>
                    <a:pt x="1570" y="1292"/>
                    <a:pt x="1581" y="1300"/>
                    <a:pt x="1593" y="1308"/>
                  </a:cubicBezTo>
                  <a:cubicBezTo>
                    <a:pt x="1667" y="1361"/>
                    <a:pt x="1742" y="1383"/>
                    <a:pt x="1813" y="1383"/>
                  </a:cubicBezTo>
                  <a:cubicBezTo>
                    <a:pt x="2137" y="1383"/>
                    <a:pt x="2384" y="920"/>
                    <a:pt x="2050" y="681"/>
                  </a:cubicBezTo>
                  <a:lnTo>
                    <a:pt x="2051" y="681"/>
                  </a:lnTo>
                  <a:cubicBezTo>
                    <a:pt x="1893" y="569"/>
                    <a:pt x="1733" y="461"/>
                    <a:pt x="1569" y="359"/>
                  </a:cubicBezTo>
                  <a:lnTo>
                    <a:pt x="1569" y="359"/>
                  </a:lnTo>
                  <a:cubicBezTo>
                    <a:pt x="1497" y="199"/>
                    <a:pt x="1342" y="125"/>
                    <a:pt x="1191" y="125"/>
                  </a:cubicBezTo>
                  <a:cubicBezTo>
                    <a:pt x="1185" y="125"/>
                    <a:pt x="1179" y="125"/>
                    <a:pt x="1173" y="126"/>
                  </a:cubicBezTo>
                  <a:lnTo>
                    <a:pt x="1173" y="126"/>
                  </a:lnTo>
                  <a:cubicBezTo>
                    <a:pt x="1040" y="55"/>
                    <a:pt x="900" y="0"/>
                    <a:pt x="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5156402" y="2113889"/>
              <a:ext cx="65229" cy="73321"/>
            </a:xfrm>
            <a:custGeom>
              <a:avLst/>
              <a:gdLst/>
              <a:ahLst/>
              <a:cxnLst/>
              <a:rect l="l" t="t" r="r" b="b"/>
              <a:pathLst>
                <a:path w="1596" h="1794" extrusionOk="0">
                  <a:moveTo>
                    <a:pt x="583" y="0"/>
                  </a:moveTo>
                  <a:cubicBezTo>
                    <a:pt x="338" y="0"/>
                    <a:pt x="118" y="177"/>
                    <a:pt x="76" y="436"/>
                  </a:cubicBezTo>
                  <a:cubicBezTo>
                    <a:pt x="1" y="904"/>
                    <a:pt x="360" y="1607"/>
                    <a:pt x="821" y="1767"/>
                  </a:cubicBezTo>
                  <a:cubicBezTo>
                    <a:pt x="873" y="1785"/>
                    <a:pt x="926" y="1794"/>
                    <a:pt x="977" y="1794"/>
                  </a:cubicBezTo>
                  <a:cubicBezTo>
                    <a:pt x="1212" y="1794"/>
                    <a:pt x="1422" y="1615"/>
                    <a:pt x="1457" y="1369"/>
                  </a:cubicBezTo>
                  <a:lnTo>
                    <a:pt x="1457" y="1369"/>
                  </a:lnTo>
                  <a:cubicBezTo>
                    <a:pt x="1596" y="1111"/>
                    <a:pt x="1576" y="770"/>
                    <a:pt x="1377" y="502"/>
                  </a:cubicBezTo>
                  <a:cubicBezTo>
                    <a:pt x="1367" y="489"/>
                    <a:pt x="1357" y="476"/>
                    <a:pt x="1347" y="463"/>
                  </a:cubicBezTo>
                  <a:lnTo>
                    <a:pt x="1347" y="463"/>
                  </a:lnTo>
                  <a:cubicBezTo>
                    <a:pt x="1309" y="282"/>
                    <a:pt x="1175" y="190"/>
                    <a:pt x="1029" y="173"/>
                  </a:cubicBezTo>
                  <a:lnTo>
                    <a:pt x="1029" y="173"/>
                  </a:lnTo>
                  <a:cubicBezTo>
                    <a:pt x="941" y="113"/>
                    <a:pt x="849" y="63"/>
                    <a:pt x="760" y="32"/>
                  </a:cubicBezTo>
                  <a:cubicBezTo>
                    <a:pt x="701" y="10"/>
                    <a:pt x="642" y="0"/>
                    <a:pt x="5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5264260" y="2159909"/>
              <a:ext cx="51210" cy="62449"/>
            </a:xfrm>
            <a:custGeom>
              <a:avLst/>
              <a:gdLst/>
              <a:ahLst/>
              <a:cxnLst/>
              <a:rect l="l" t="t" r="r" b="b"/>
              <a:pathLst>
                <a:path w="1253" h="1528" extrusionOk="0">
                  <a:moveTo>
                    <a:pt x="665" y="1"/>
                  </a:moveTo>
                  <a:cubicBezTo>
                    <a:pt x="650" y="1"/>
                    <a:pt x="636" y="2"/>
                    <a:pt x="621" y="4"/>
                  </a:cubicBezTo>
                  <a:lnTo>
                    <a:pt x="621" y="4"/>
                  </a:lnTo>
                  <a:cubicBezTo>
                    <a:pt x="610" y="3"/>
                    <a:pt x="600" y="3"/>
                    <a:pt x="590" y="3"/>
                  </a:cubicBezTo>
                  <a:cubicBezTo>
                    <a:pt x="234" y="3"/>
                    <a:pt x="1" y="320"/>
                    <a:pt x="56" y="670"/>
                  </a:cubicBezTo>
                  <a:cubicBezTo>
                    <a:pt x="106" y="983"/>
                    <a:pt x="280" y="1242"/>
                    <a:pt x="512" y="1451"/>
                  </a:cubicBezTo>
                  <a:cubicBezTo>
                    <a:pt x="572" y="1504"/>
                    <a:pt x="648" y="1528"/>
                    <a:pt x="726" y="1528"/>
                  </a:cubicBezTo>
                  <a:cubicBezTo>
                    <a:pt x="919" y="1528"/>
                    <a:pt x="1124" y="1382"/>
                    <a:pt x="1127" y="1181"/>
                  </a:cubicBezTo>
                  <a:cubicBezTo>
                    <a:pt x="1127" y="1162"/>
                    <a:pt x="1127" y="1143"/>
                    <a:pt x="1127" y="1124"/>
                  </a:cubicBezTo>
                  <a:lnTo>
                    <a:pt x="1127" y="1124"/>
                  </a:lnTo>
                  <a:cubicBezTo>
                    <a:pt x="1246" y="989"/>
                    <a:pt x="1253" y="809"/>
                    <a:pt x="1233" y="631"/>
                  </a:cubicBezTo>
                  <a:cubicBezTo>
                    <a:pt x="1206" y="401"/>
                    <a:pt x="1087" y="193"/>
                    <a:pt x="898" y="84"/>
                  </a:cubicBezTo>
                  <a:lnTo>
                    <a:pt x="898" y="84"/>
                  </a:lnTo>
                  <a:cubicBezTo>
                    <a:pt x="833" y="32"/>
                    <a:pt x="753" y="1"/>
                    <a:pt x="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5176919" y="1998428"/>
              <a:ext cx="58567" cy="76713"/>
            </a:xfrm>
            <a:custGeom>
              <a:avLst/>
              <a:gdLst/>
              <a:ahLst/>
              <a:cxnLst/>
              <a:rect l="l" t="t" r="r" b="b"/>
              <a:pathLst>
                <a:path w="1433" h="1877" extrusionOk="0">
                  <a:moveTo>
                    <a:pt x="447" y="0"/>
                  </a:moveTo>
                  <a:cubicBezTo>
                    <a:pt x="262" y="0"/>
                    <a:pt x="89" y="116"/>
                    <a:pt x="65" y="334"/>
                  </a:cubicBezTo>
                  <a:cubicBezTo>
                    <a:pt x="0" y="906"/>
                    <a:pt x="235" y="1448"/>
                    <a:pt x="685" y="1803"/>
                  </a:cubicBezTo>
                  <a:cubicBezTo>
                    <a:pt x="746" y="1851"/>
                    <a:pt x="831" y="1876"/>
                    <a:pt x="917" y="1876"/>
                  </a:cubicBezTo>
                  <a:cubicBezTo>
                    <a:pt x="1041" y="1876"/>
                    <a:pt x="1168" y="1824"/>
                    <a:pt x="1227" y="1718"/>
                  </a:cubicBezTo>
                  <a:cubicBezTo>
                    <a:pt x="1322" y="1547"/>
                    <a:pt x="1372" y="1361"/>
                    <a:pt x="1363" y="1180"/>
                  </a:cubicBezTo>
                  <a:lnTo>
                    <a:pt x="1363" y="1180"/>
                  </a:lnTo>
                  <a:cubicBezTo>
                    <a:pt x="1419" y="1088"/>
                    <a:pt x="1432" y="970"/>
                    <a:pt x="1371" y="841"/>
                  </a:cubicBezTo>
                  <a:cubicBezTo>
                    <a:pt x="1218" y="520"/>
                    <a:pt x="987" y="248"/>
                    <a:pt x="679" y="64"/>
                  </a:cubicBezTo>
                  <a:cubicBezTo>
                    <a:pt x="606" y="21"/>
                    <a:pt x="525" y="0"/>
                    <a:pt x="4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5104578" y="1889425"/>
              <a:ext cx="72994" cy="67599"/>
            </a:xfrm>
            <a:custGeom>
              <a:avLst/>
              <a:gdLst/>
              <a:ahLst/>
              <a:cxnLst/>
              <a:rect l="l" t="t" r="r" b="b"/>
              <a:pathLst>
                <a:path w="1786" h="1654" extrusionOk="0">
                  <a:moveTo>
                    <a:pt x="654" y="1059"/>
                  </a:moveTo>
                  <a:cubicBezTo>
                    <a:pt x="661" y="1069"/>
                    <a:pt x="668" y="1078"/>
                    <a:pt x="676" y="1086"/>
                  </a:cubicBezTo>
                  <a:cubicBezTo>
                    <a:pt x="703" y="1115"/>
                    <a:pt x="700" y="1129"/>
                    <a:pt x="688" y="1129"/>
                  </a:cubicBezTo>
                  <a:cubicBezTo>
                    <a:pt x="672" y="1129"/>
                    <a:pt x="640" y="1103"/>
                    <a:pt x="654" y="1059"/>
                  </a:cubicBezTo>
                  <a:close/>
                  <a:moveTo>
                    <a:pt x="469" y="0"/>
                  </a:moveTo>
                  <a:cubicBezTo>
                    <a:pt x="279" y="0"/>
                    <a:pt x="111" y="154"/>
                    <a:pt x="82" y="346"/>
                  </a:cubicBezTo>
                  <a:cubicBezTo>
                    <a:pt x="1" y="868"/>
                    <a:pt x="302" y="1620"/>
                    <a:pt x="907" y="1653"/>
                  </a:cubicBezTo>
                  <a:cubicBezTo>
                    <a:pt x="918" y="1653"/>
                    <a:pt x="928" y="1654"/>
                    <a:pt x="939" y="1654"/>
                  </a:cubicBezTo>
                  <a:cubicBezTo>
                    <a:pt x="1134" y="1654"/>
                    <a:pt x="1295" y="1550"/>
                    <a:pt x="1387" y="1400"/>
                  </a:cubicBezTo>
                  <a:lnTo>
                    <a:pt x="1387" y="1400"/>
                  </a:lnTo>
                  <a:cubicBezTo>
                    <a:pt x="1620" y="1331"/>
                    <a:pt x="1785" y="1051"/>
                    <a:pt x="1590" y="792"/>
                  </a:cubicBezTo>
                  <a:cubicBezTo>
                    <a:pt x="1590" y="791"/>
                    <a:pt x="1590" y="791"/>
                    <a:pt x="1589" y="791"/>
                  </a:cubicBezTo>
                  <a:lnTo>
                    <a:pt x="1589" y="791"/>
                  </a:lnTo>
                  <a:cubicBezTo>
                    <a:pt x="1590" y="791"/>
                    <a:pt x="1590" y="791"/>
                    <a:pt x="1590" y="790"/>
                  </a:cubicBezTo>
                  <a:cubicBezTo>
                    <a:pt x="1589" y="789"/>
                    <a:pt x="1587" y="788"/>
                    <a:pt x="1586" y="786"/>
                  </a:cubicBezTo>
                  <a:lnTo>
                    <a:pt x="1586" y="786"/>
                  </a:lnTo>
                  <a:cubicBezTo>
                    <a:pt x="1452" y="609"/>
                    <a:pt x="1296" y="454"/>
                    <a:pt x="1121" y="324"/>
                  </a:cubicBezTo>
                  <a:lnTo>
                    <a:pt x="1121" y="324"/>
                  </a:lnTo>
                  <a:cubicBezTo>
                    <a:pt x="1111" y="308"/>
                    <a:pt x="1101" y="292"/>
                    <a:pt x="1092" y="276"/>
                  </a:cubicBezTo>
                  <a:cubicBezTo>
                    <a:pt x="1011" y="142"/>
                    <a:pt x="880" y="48"/>
                    <a:pt x="732" y="48"/>
                  </a:cubicBezTo>
                  <a:cubicBezTo>
                    <a:pt x="710" y="48"/>
                    <a:pt x="688" y="50"/>
                    <a:pt x="665" y="54"/>
                  </a:cubicBezTo>
                  <a:lnTo>
                    <a:pt x="665" y="54"/>
                  </a:lnTo>
                  <a:cubicBezTo>
                    <a:pt x="647" y="46"/>
                    <a:pt x="628" y="38"/>
                    <a:pt x="609" y="30"/>
                  </a:cubicBezTo>
                  <a:cubicBezTo>
                    <a:pt x="562" y="9"/>
                    <a:pt x="515" y="0"/>
                    <a:pt x="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4995534" y="2031738"/>
              <a:ext cx="89015" cy="54316"/>
            </a:xfrm>
            <a:custGeom>
              <a:avLst/>
              <a:gdLst/>
              <a:ahLst/>
              <a:cxnLst/>
              <a:rect l="l" t="t" r="r" b="b"/>
              <a:pathLst>
                <a:path w="2178" h="1329" extrusionOk="0">
                  <a:moveTo>
                    <a:pt x="1815" y="0"/>
                  </a:moveTo>
                  <a:cubicBezTo>
                    <a:pt x="1814" y="0"/>
                    <a:pt x="1814" y="0"/>
                    <a:pt x="1813" y="0"/>
                  </a:cubicBezTo>
                  <a:cubicBezTo>
                    <a:pt x="1330" y="4"/>
                    <a:pt x="557" y="13"/>
                    <a:pt x="209" y="408"/>
                  </a:cubicBezTo>
                  <a:cubicBezTo>
                    <a:pt x="43" y="596"/>
                    <a:pt x="1" y="877"/>
                    <a:pt x="166" y="1083"/>
                  </a:cubicBezTo>
                  <a:cubicBezTo>
                    <a:pt x="327" y="1284"/>
                    <a:pt x="637" y="1327"/>
                    <a:pt x="879" y="1328"/>
                  </a:cubicBezTo>
                  <a:cubicBezTo>
                    <a:pt x="882" y="1328"/>
                    <a:pt x="886" y="1328"/>
                    <a:pt x="889" y="1328"/>
                  </a:cubicBezTo>
                  <a:cubicBezTo>
                    <a:pt x="1282" y="1328"/>
                    <a:pt x="1822" y="1166"/>
                    <a:pt x="1890" y="745"/>
                  </a:cubicBezTo>
                  <a:lnTo>
                    <a:pt x="1890" y="745"/>
                  </a:lnTo>
                  <a:cubicBezTo>
                    <a:pt x="2027" y="699"/>
                    <a:pt x="2133" y="594"/>
                    <a:pt x="2153" y="430"/>
                  </a:cubicBezTo>
                  <a:cubicBezTo>
                    <a:pt x="2177" y="242"/>
                    <a:pt x="2022" y="0"/>
                    <a:pt x="18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4899120" y="1899112"/>
              <a:ext cx="84151" cy="51210"/>
            </a:xfrm>
            <a:custGeom>
              <a:avLst/>
              <a:gdLst/>
              <a:ahLst/>
              <a:cxnLst/>
              <a:rect l="l" t="t" r="r" b="b"/>
              <a:pathLst>
                <a:path w="2059" h="1253" extrusionOk="0">
                  <a:moveTo>
                    <a:pt x="858" y="822"/>
                  </a:moveTo>
                  <a:cubicBezTo>
                    <a:pt x="859" y="822"/>
                    <a:pt x="860" y="823"/>
                    <a:pt x="862" y="823"/>
                  </a:cubicBezTo>
                  <a:lnTo>
                    <a:pt x="862" y="823"/>
                  </a:lnTo>
                  <a:cubicBezTo>
                    <a:pt x="861" y="823"/>
                    <a:pt x="859" y="822"/>
                    <a:pt x="858" y="822"/>
                  </a:cubicBezTo>
                  <a:close/>
                  <a:moveTo>
                    <a:pt x="1294" y="1"/>
                  </a:moveTo>
                  <a:cubicBezTo>
                    <a:pt x="1219" y="1"/>
                    <a:pt x="1143" y="15"/>
                    <a:pt x="1069" y="46"/>
                  </a:cubicBezTo>
                  <a:lnTo>
                    <a:pt x="1069" y="46"/>
                  </a:lnTo>
                  <a:cubicBezTo>
                    <a:pt x="1021" y="41"/>
                    <a:pt x="973" y="39"/>
                    <a:pt x="926" y="39"/>
                  </a:cubicBezTo>
                  <a:cubicBezTo>
                    <a:pt x="740" y="39"/>
                    <a:pt x="563" y="77"/>
                    <a:pt x="419" y="185"/>
                  </a:cubicBezTo>
                  <a:cubicBezTo>
                    <a:pt x="0" y="494"/>
                    <a:pt x="213" y="1058"/>
                    <a:pt x="659" y="1196"/>
                  </a:cubicBezTo>
                  <a:cubicBezTo>
                    <a:pt x="778" y="1233"/>
                    <a:pt x="908" y="1253"/>
                    <a:pt x="1038" y="1253"/>
                  </a:cubicBezTo>
                  <a:cubicBezTo>
                    <a:pt x="1323" y="1253"/>
                    <a:pt x="1605" y="1156"/>
                    <a:pt x="1761" y="926"/>
                  </a:cubicBezTo>
                  <a:lnTo>
                    <a:pt x="1761" y="926"/>
                  </a:lnTo>
                  <a:cubicBezTo>
                    <a:pt x="1860" y="891"/>
                    <a:pt x="1943" y="819"/>
                    <a:pt x="1986" y="709"/>
                  </a:cubicBezTo>
                  <a:cubicBezTo>
                    <a:pt x="2059" y="525"/>
                    <a:pt x="1967" y="267"/>
                    <a:pt x="1767" y="206"/>
                  </a:cubicBezTo>
                  <a:lnTo>
                    <a:pt x="1767" y="205"/>
                  </a:lnTo>
                  <a:cubicBezTo>
                    <a:pt x="1757" y="202"/>
                    <a:pt x="1748" y="199"/>
                    <a:pt x="1738" y="197"/>
                  </a:cubicBezTo>
                  <a:lnTo>
                    <a:pt x="1738" y="197"/>
                  </a:lnTo>
                  <a:cubicBezTo>
                    <a:pt x="1628" y="74"/>
                    <a:pt x="1465" y="1"/>
                    <a:pt x="12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4836832" y="1942925"/>
              <a:ext cx="69111" cy="79043"/>
            </a:xfrm>
            <a:custGeom>
              <a:avLst/>
              <a:gdLst/>
              <a:ahLst/>
              <a:cxnLst/>
              <a:rect l="l" t="t" r="r" b="b"/>
              <a:pathLst>
                <a:path w="1691" h="1934" extrusionOk="0">
                  <a:moveTo>
                    <a:pt x="897" y="0"/>
                  </a:moveTo>
                  <a:cubicBezTo>
                    <a:pt x="808" y="0"/>
                    <a:pt x="708" y="26"/>
                    <a:pt x="597" y="84"/>
                  </a:cubicBezTo>
                  <a:cubicBezTo>
                    <a:pt x="0" y="396"/>
                    <a:pt x="265" y="1329"/>
                    <a:pt x="628" y="1719"/>
                  </a:cubicBezTo>
                  <a:cubicBezTo>
                    <a:pt x="754" y="1855"/>
                    <a:pt x="923" y="1934"/>
                    <a:pt x="1092" y="1934"/>
                  </a:cubicBezTo>
                  <a:cubicBezTo>
                    <a:pt x="1218" y="1934"/>
                    <a:pt x="1344" y="1890"/>
                    <a:pt x="1452" y="1792"/>
                  </a:cubicBezTo>
                  <a:cubicBezTo>
                    <a:pt x="1687" y="1580"/>
                    <a:pt x="1690" y="1215"/>
                    <a:pt x="1624" y="929"/>
                  </a:cubicBezTo>
                  <a:cubicBezTo>
                    <a:pt x="1580" y="738"/>
                    <a:pt x="1504" y="513"/>
                    <a:pt x="1371" y="350"/>
                  </a:cubicBezTo>
                  <a:lnTo>
                    <a:pt x="1371" y="350"/>
                  </a:lnTo>
                  <a:cubicBezTo>
                    <a:pt x="1261" y="148"/>
                    <a:pt x="1110" y="0"/>
                    <a:pt x="8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4850892" y="2103671"/>
              <a:ext cx="61959" cy="76468"/>
            </a:xfrm>
            <a:custGeom>
              <a:avLst/>
              <a:gdLst/>
              <a:ahLst/>
              <a:cxnLst/>
              <a:rect l="l" t="t" r="r" b="b"/>
              <a:pathLst>
                <a:path w="1516" h="1871" extrusionOk="0">
                  <a:moveTo>
                    <a:pt x="822" y="671"/>
                  </a:moveTo>
                  <a:cubicBezTo>
                    <a:pt x="828" y="671"/>
                    <a:pt x="839" y="692"/>
                    <a:pt x="823" y="696"/>
                  </a:cubicBezTo>
                  <a:lnTo>
                    <a:pt x="823" y="696"/>
                  </a:lnTo>
                  <a:cubicBezTo>
                    <a:pt x="818" y="677"/>
                    <a:pt x="819" y="671"/>
                    <a:pt x="822" y="671"/>
                  </a:cubicBezTo>
                  <a:close/>
                  <a:moveTo>
                    <a:pt x="660" y="0"/>
                  </a:moveTo>
                  <a:cubicBezTo>
                    <a:pt x="598" y="0"/>
                    <a:pt x="533" y="11"/>
                    <a:pt x="467" y="36"/>
                  </a:cubicBezTo>
                  <a:cubicBezTo>
                    <a:pt x="80" y="179"/>
                    <a:pt x="0" y="613"/>
                    <a:pt x="96" y="974"/>
                  </a:cubicBezTo>
                  <a:cubicBezTo>
                    <a:pt x="193" y="1338"/>
                    <a:pt x="465" y="1714"/>
                    <a:pt x="833" y="1846"/>
                  </a:cubicBezTo>
                  <a:cubicBezTo>
                    <a:pt x="879" y="1863"/>
                    <a:pt x="924" y="1870"/>
                    <a:pt x="969" y="1870"/>
                  </a:cubicBezTo>
                  <a:cubicBezTo>
                    <a:pt x="1143" y="1870"/>
                    <a:pt x="1299" y="1754"/>
                    <a:pt x="1394" y="1606"/>
                  </a:cubicBezTo>
                  <a:cubicBezTo>
                    <a:pt x="1515" y="1419"/>
                    <a:pt x="1507" y="1219"/>
                    <a:pt x="1440" y="1016"/>
                  </a:cubicBezTo>
                  <a:cubicBezTo>
                    <a:pt x="1421" y="960"/>
                    <a:pt x="1385" y="913"/>
                    <a:pt x="1340" y="877"/>
                  </a:cubicBezTo>
                  <a:lnTo>
                    <a:pt x="1340" y="877"/>
                  </a:lnTo>
                  <a:cubicBezTo>
                    <a:pt x="1385" y="789"/>
                    <a:pt x="1394" y="679"/>
                    <a:pt x="1340" y="560"/>
                  </a:cubicBezTo>
                  <a:cubicBezTo>
                    <a:pt x="1215" y="281"/>
                    <a:pt x="970" y="0"/>
                    <a:pt x="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5089333" y="2307494"/>
              <a:ext cx="59670" cy="79410"/>
            </a:xfrm>
            <a:custGeom>
              <a:avLst/>
              <a:gdLst/>
              <a:ahLst/>
              <a:cxnLst/>
              <a:rect l="l" t="t" r="r" b="b"/>
              <a:pathLst>
                <a:path w="1460" h="1943" extrusionOk="0">
                  <a:moveTo>
                    <a:pt x="643" y="0"/>
                  </a:moveTo>
                  <a:cubicBezTo>
                    <a:pt x="600" y="0"/>
                    <a:pt x="555" y="5"/>
                    <a:pt x="509" y="16"/>
                  </a:cubicBezTo>
                  <a:cubicBezTo>
                    <a:pt x="1" y="137"/>
                    <a:pt x="30" y="863"/>
                    <a:pt x="149" y="1250"/>
                  </a:cubicBezTo>
                  <a:cubicBezTo>
                    <a:pt x="247" y="1567"/>
                    <a:pt x="516" y="1943"/>
                    <a:pt x="845" y="1943"/>
                  </a:cubicBezTo>
                  <a:cubicBezTo>
                    <a:pt x="947" y="1943"/>
                    <a:pt x="1055" y="1907"/>
                    <a:pt x="1165" y="1821"/>
                  </a:cubicBezTo>
                  <a:cubicBezTo>
                    <a:pt x="1394" y="1643"/>
                    <a:pt x="1460" y="1373"/>
                    <a:pt x="1432" y="1104"/>
                  </a:cubicBezTo>
                  <a:lnTo>
                    <a:pt x="1432" y="1104"/>
                  </a:lnTo>
                  <a:cubicBezTo>
                    <a:pt x="1439" y="1059"/>
                    <a:pt x="1437" y="1009"/>
                    <a:pt x="1423" y="954"/>
                  </a:cubicBezTo>
                  <a:cubicBezTo>
                    <a:pt x="1331" y="577"/>
                    <a:pt x="1093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5207654" y="2451646"/>
              <a:ext cx="78470" cy="72994"/>
            </a:xfrm>
            <a:custGeom>
              <a:avLst/>
              <a:gdLst/>
              <a:ahLst/>
              <a:cxnLst/>
              <a:rect l="l" t="t" r="r" b="b"/>
              <a:pathLst>
                <a:path w="1920" h="1786" extrusionOk="0">
                  <a:moveTo>
                    <a:pt x="944" y="1"/>
                  </a:moveTo>
                  <a:cubicBezTo>
                    <a:pt x="778" y="1"/>
                    <a:pt x="611" y="100"/>
                    <a:pt x="554" y="250"/>
                  </a:cubicBezTo>
                  <a:lnTo>
                    <a:pt x="554" y="250"/>
                  </a:lnTo>
                  <a:cubicBezTo>
                    <a:pt x="550" y="250"/>
                    <a:pt x="547" y="250"/>
                    <a:pt x="543" y="250"/>
                  </a:cubicBezTo>
                  <a:cubicBezTo>
                    <a:pt x="283" y="250"/>
                    <a:pt x="54" y="431"/>
                    <a:pt x="27" y="698"/>
                  </a:cubicBezTo>
                  <a:cubicBezTo>
                    <a:pt x="0" y="953"/>
                    <a:pt x="157" y="1150"/>
                    <a:pt x="319" y="1324"/>
                  </a:cubicBezTo>
                  <a:cubicBezTo>
                    <a:pt x="523" y="1542"/>
                    <a:pt x="816" y="1786"/>
                    <a:pt x="1112" y="1786"/>
                  </a:cubicBezTo>
                  <a:cubicBezTo>
                    <a:pt x="1239" y="1786"/>
                    <a:pt x="1367" y="1741"/>
                    <a:pt x="1488" y="1631"/>
                  </a:cubicBezTo>
                  <a:cubicBezTo>
                    <a:pt x="1540" y="1584"/>
                    <a:pt x="1579" y="1534"/>
                    <a:pt x="1608" y="1482"/>
                  </a:cubicBezTo>
                  <a:lnTo>
                    <a:pt x="1608" y="1482"/>
                  </a:lnTo>
                  <a:cubicBezTo>
                    <a:pt x="1644" y="1468"/>
                    <a:pt x="1678" y="1448"/>
                    <a:pt x="1711" y="1421"/>
                  </a:cubicBezTo>
                  <a:cubicBezTo>
                    <a:pt x="1859" y="1301"/>
                    <a:pt x="1920" y="1021"/>
                    <a:pt x="1768" y="875"/>
                  </a:cubicBezTo>
                  <a:cubicBezTo>
                    <a:pt x="1691" y="802"/>
                    <a:pt x="1608" y="730"/>
                    <a:pt x="1521" y="661"/>
                  </a:cubicBezTo>
                  <a:lnTo>
                    <a:pt x="1521" y="661"/>
                  </a:lnTo>
                  <a:cubicBezTo>
                    <a:pt x="1443" y="500"/>
                    <a:pt x="1351" y="346"/>
                    <a:pt x="1285" y="215"/>
                  </a:cubicBezTo>
                  <a:cubicBezTo>
                    <a:pt x="1209" y="64"/>
                    <a:pt x="1077" y="1"/>
                    <a:pt x="9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5321562" y="2314033"/>
              <a:ext cx="62981" cy="75936"/>
            </a:xfrm>
            <a:custGeom>
              <a:avLst/>
              <a:gdLst/>
              <a:ahLst/>
              <a:cxnLst/>
              <a:rect l="l" t="t" r="r" b="b"/>
              <a:pathLst>
                <a:path w="1541" h="1858" extrusionOk="0">
                  <a:moveTo>
                    <a:pt x="601" y="0"/>
                  </a:moveTo>
                  <a:cubicBezTo>
                    <a:pt x="521" y="0"/>
                    <a:pt x="439" y="16"/>
                    <a:pt x="355" y="51"/>
                  </a:cubicBezTo>
                  <a:cubicBezTo>
                    <a:pt x="57" y="175"/>
                    <a:pt x="1" y="501"/>
                    <a:pt x="119" y="772"/>
                  </a:cubicBezTo>
                  <a:cubicBezTo>
                    <a:pt x="248" y="1066"/>
                    <a:pt x="409" y="1350"/>
                    <a:pt x="553" y="1636"/>
                  </a:cubicBezTo>
                  <a:cubicBezTo>
                    <a:pt x="624" y="1778"/>
                    <a:pt x="778" y="1857"/>
                    <a:pt x="927" y="1857"/>
                  </a:cubicBezTo>
                  <a:cubicBezTo>
                    <a:pt x="1073" y="1857"/>
                    <a:pt x="1213" y="1782"/>
                    <a:pt x="1268" y="1618"/>
                  </a:cubicBezTo>
                  <a:cubicBezTo>
                    <a:pt x="1304" y="1510"/>
                    <a:pt x="1326" y="1399"/>
                    <a:pt x="1335" y="1290"/>
                  </a:cubicBezTo>
                  <a:lnTo>
                    <a:pt x="1335" y="1290"/>
                  </a:lnTo>
                  <a:cubicBezTo>
                    <a:pt x="1459" y="1223"/>
                    <a:pt x="1541" y="1093"/>
                    <a:pt x="1500" y="910"/>
                  </a:cubicBezTo>
                  <a:cubicBezTo>
                    <a:pt x="1409" y="506"/>
                    <a:pt x="1050" y="0"/>
                    <a:pt x="6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5402731" y="2584395"/>
              <a:ext cx="67476" cy="79983"/>
            </a:xfrm>
            <a:custGeom>
              <a:avLst/>
              <a:gdLst/>
              <a:ahLst/>
              <a:cxnLst/>
              <a:rect l="l" t="t" r="r" b="b"/>
              <a:pathLst>
                <a:path w="1651" h="1957" extrusionOk="0">
                  <a:moveTo>
                    <a:pt x="951" y="0"/>
                  </a:moveTo>
                  <a:cubicBezTo>
                    <a:pt x="922" y="0"/>
                    <a:pt x="892" y="3"/>
                    <a:pt x="861" y="8"/>
                  </a:cubicBezTo>
                  <a:cubicBezTo>
                    <a:pt x="825" y="14"/>
                    <a:pt x="790" y="25"/>
                    <a:pt x="757" y="39"/>
                  </a:cubicBezTo>
                  <a:lnTo>
                    <a:pt x="757" y="39"/>
                  </a:lnTo>
                  <a:cubicBezTo>
                    <a:pt x="569" y="68"/>
                    <a:pt x="397" y="204"/>
                    <a:pt x="303" y="384"/>
                  </a:cubicBezTo>
                  <a:cubicBezTo>
                    <a:pt x="66" y="838"/>
                    <a:pt x="1" y="1925"/>
                    <a:pt x="728" y="1956"/>
                  </a:cubicBezTo>
                  <a:cubicBezTo>
                    <a:pt x="738" y="1956"/>
                    <a:pt x="748" y="1956"/>
                    <a:pt x="757" y="1956"/>
                  </a:cubicBezTo>
                  <a:cubicBezTo>
                    <a:pt x="1412" y="1956"/>
                    <a:pt x="1650" y="1030"/>
                    <a:pt x="1514" y="520"/>
                  </a:cubicBezTo>
                  <a:cubicBezTo>
                    <a:pt x="1441" y="248"/>
                    <a:pt x="1241" y="0"/>
                    <a:pt x="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5478547" y="2774240"/>
              <a:ext cx="71645" cy="66986"/>
            </a:xfrm>
            <a:custGeom>
              <a:avLst/>
              <a:gdLst/>
              <a:ahLst/>
              <a:cxnLst/>
              <a:rect l="l" t="t" r="r" b="b"/>
              <a:pathLst>
                <a:path w="1753" h="1639" extrusionOk="0">
                  <a:moveTo>
                    <a:pt x="641" y="0"/>
                  </a:moveTo>
                  <a:cubicBezTo>
                    <a:pt x="267" y="0"/>
                    <a:pt x="0" y="364"/>
                    <a:pt x="0" y="744"/>
                  </a:cubicBezTo>
                  <a:cubicBezTo>
                    <a:pt x="0" y="1002"/>
                    <a:pt x="38" y="1293"/>
                    <a:pt x="316" y="1392"/>
                  </a:cubicBezTo>
                  <a:cubicBezTo>
                    <a:pt x="366" y="1410"/>
                    <a:pt x="416" y="1418"/>
                    <a:pt x="465" y="1418"/>
                  </a:cubicBezTo>
                  <a:cubicBezTo>
                    <a:pt x="555" y="1418"/>
                    <a:pt x="641" y="1391"/>
                    <a:pt x="715" y="1344"/>
                  </a:cubicBezTo>
                  <a:lnTo>
                    <a:pt x="715" y="1344"/>
                  </a:lnTo>
                  <a:cubicBezTo>
                    <a:pt x="723" y="1347"/>
                    <a:pt x="731" y="1351"/>
                    <a:pt x="740" y="1354"/>
                  </a:cubicBezTo>
                  <a:cubicBezTo>
                    <a:pt x="814" y="1384"/>
                    <a:pt x="893" y="1399"/>
                    <a:pt x="970" y="1399"/>
                  </a:cubicBezTo>
                  <a:cubicBezTo>
                    <a:pt x="978" y="1399"/>
                    <a:pt x="986" y="1399"/>
                    <a:pt x="994" y="1399"/>
                  </a:cubicBezTo>
                  <a:lnTo>
                    <a:pt x="994" y="1399"/>
                  </a:lnTo>
                  <a:cubicBezTo>
                    <a:pt x="1049" y="1543"/>
                    <a:pt x="1215" y="1639"/>
                    <a:pt x="1368" y="1639"/>
                  </a:cubicBezTo>
                  <a:cubicBezTo>
                    <a:pt x="1385" y="1639"/>
                    <a:pt x="1402" y="1637"/>
                    <a:pt x="1419" y="1635"/>
                  </a:cubicBezTo>
                  <a:cubicBezTo>
                    <a:pt x="1644" y="1599"/>
                    <a:pt x="1753" y="1401"/>
                    <a:pt x="1743" y="1191"/>
                  </a:cubicBezTo>
                  <a:lnTo>
                    <a:pt x="1742" y="1191"/>
                  </a:lnTo>
                  <a:cubicBezTo>
                    <a:pt x="1726" y="877"/>
                    <a:pt x="1557" y="630"/>
                    <a:pt x="1321" y="477"/>
                  </a:cubicBezTo>
                  <a:lnTo>
                    <a:pt x="1321" y="477"/>
                  </a:lnTo>
                  <a:cubicBezTo>
                    <a:pt x="1207" y="270"/>
                    <a:pt x="1028" y="95"/>
                    <a:pt x="840" y="33"/>
                  </a:cubicBezTo>
                  <a:cubicBezTo>
                    <a:pt x="771" y="10"/>
                    <a:pt x="705" y="0"/>
                    <a:pt x="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5311875" y="2686408"/>
              <a:ext cx="68907" cy="65229"/>
            </a:xfrm>
            <a:custGeom>
              <a:avLst/>
              <a:gdLst/>
              <a:ahLst/>
              <a:cxnLst/>
              <a:rect l="l" t="t" r="r" b="b"/>
              <a:pathLst>
                <a:path w="1686" h="1596" extrusionOk="0">
                  <a:moveTo>
                    <a:pt x="848" y="0"/>
                  </a:moveTo>
                  <a:cubicBezTo>
                    <a:pt x="757" y="0"/>
                    <a:pt x="665" y="29"/>
                    <a:pt x="596" y="85"/>
                  </a:cubicBezTo>
                  <a:cubicBezTo>
                    <a:pt x="512" y="153"/>
                    <a:pt x="468" y="243"/>
                    <a:pt x="459" y="338"/>
                  </a:cubicBezTo>
                  <a:lnTo>
                    <a:pt x="459" y="338"/>
                  </a:lnTo>
                  <a:cubicBezTo>
                    <a:pt x="131" y="546"/>
                    <a:pt x="0" y="998"/>
                    <a:pt x="249" y="1328"/>
                  </a:cubicBezTo>
                  <a:cubicBezTo>
                    <a:pt x="382" y="1504"/>
                    <a:pt x="583" y="1595"/>
                    <a:pt x="783" y="1595"/>
                  </a:cubicBezTo>
                  <a:cubicBezTo>
                    <a:pt x="978" y="1595"/>
                    <a:pt x="1173" y="1507"/>
                    <a:pt x="1301" y="1326"/>
                  </a:cubicBezTo>
                  <a:cubicBezTo>
                    <a:pt x="1321" y="1297"/>
                    <a:pt x="1340" y="1267"/>
                    <a:pt x="1355" y="1237"/>
                  </a:cubicBezTo>
                  <a:lnTo>
                    <a:pt x="1355" y="1237"/>
                  </a:lnTo>
                  <a:cubicBezTo>
                    <a:pt x="1545" y="1165"/>
                    <a:pt x="1686" y="965"/>
                    <a:pt x="1576" y="728"/>
                  </a:cubicBezTo>
                  <a:cubicBezTo>
                    <a:pt x="1512" y="590"/>
                    <a:pt x="1412" y="470"/>
                    <a:pt x="1292" y="382"/>
                  </a:cubicBezTo>
                  <a:lnTo>
                    <a:pt x="1292" y="382"/>
                  </a:lnTo>
                  <a:cubicBezTo>
                    <a:pt x="1248" y="299"/>
                    <a:pt x="1197" y="218"/>
                    <a:pt x="1143" y="141"/>
                  </a:cubicBezTo>
                  <a:cubicBezTo>
                    <a:pt x="1076" y="45"/>
                    <a:pt x="962" y="0"/>
                    <a:pt x="8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5297734" y="2583495"/>
              <a:ext cx="72994" cy="72749"/>
            </a:xfrm>
            <a:custGeom>
              <a:avLst/>
              <a:gdLst/>
              <a:ahLst/>
              <a:cxnLst/>
              <a:rect l="l" t="t" r="r" b="b"/>
              <a:pathLst>
                <a:path w="1786" h="1780" extrusionOk="0">
                  <a:moveTo>
                    <a:pt x="841" y="1"/>
                  </a:moveTo>
                  <a:cubicBezTo>
                    <a:pt x="448" y="1"/>
                    <a:pt x="61" y="183"/>
                    <a:pt x="34" y="604"/>
                  </a:cubicBezTo>
                  <a:cubicBezTo>
                    <a:pt x="1" y="1111"/>
                    <a:pt x="398" y="1779"/>
                    <a:pt x="948" y="1779"/>
                  </a:cubicBezTo>
                  <a:cubicBezTo>
                    <a:pt x="982" y="1779"/>
                    <a:pt x="1016" y="1777"/>
                    <a:pt x="1052" y="1772"/>
                  </a:cubicBezTo>
                  <a:cubicBezTo>
                    <a:pt x="1350" y="1726"/>
                    <a:pt x="1568" y="1480"/>
                    <a:pt x="1619" y="1188"/>
                  </a:cubicBezTo>
                  <a:lnTo>
                    <a:pt x="1619" y="1188"/>
                  </a:lnTo>
                  <a:cubicBezTo>
                    <a:pt x="1703" y="1093"/>
                    <a:pt x="1756" y="970"/>
                    <a:pt x="1766" y="821"/>
                  </a:cubicBezTo>
                  <a:cubicBezTo>
                    <a:pt x="1785" y="565"/>
                    <a:pt x="1668" y="307"/>
                    <a:pt x="1453" y="166"/>
                  </a:cubicBezTo>
                  <a:cubicBezTo>
                    <a:pt x="1290" y="59"/>
                    <a:pt x="1065" y="1"/>
                    <a:pt x="8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4907539" y="2195426"/>
              <a:ext cx="81086" cy="50434"/>
            </a:xfrm>
            <a:custGeom>
              <a:avLst/>
              <a:gdLst/>
              <a:ahLst/>
              <a:cxnLst/>
              <a:rect l="l" t="t" r="r" b="b"/>
              <a:pathLst>
                <a:path w="1984" h="1234" extrusionOk="0">
                  <a:moveTo>
                    <a:pt x="854" y="446"/>
                  </a:moveTo>
                  <a:cubicBezTo>
                    <a:pt x="858" y="446"/>
                    <a:pt x="860" y="447"/>
                    <a:pt x="862" y="448"/>
                  </a:cubicBezTo>
                  <a:lnTo>
                    <a:pt x="862" y="448"/>
                  </a:lnTo>
                  <a:cubicBezTo>
                    <a:pt x="860" y="451"/>
                    <a:pt x="859" y="454"/>
                    <a:pt x="857" y="457"/>
                  </a:cubicBezTo>
                  <a:lnTo>
                    <a:pt x="857" y="457"/>
                  </a:lnTo>
                  <a:cubicBezTo>
                    <a:pt x="842" y="455"/>
                    <a:pt x="831" y="451"/>
                    <a:pt x="844" y="448"/>
                  </a:cubicBezTo>
                  <a:cubicBezTo>
                    <a:pt x="848" y="446"/>
                    <a:pt x="852" y="446"/>
                    <a:pt x="854" y="446"/>
                  </a:cubicBezTo>
                  <a:close/>
                  <a:moveTo>
                    <a:pt x="815" y="0"/>
                  </a:moveTo>
                  <a:cubicBezTo>
                    <a:pt x="539" y="0"/>
                    <a:pt x="261" y="76"/>
                    <a:pt x="145" y="357"/>
                  </a:cubicBezTo>
                  <a:cubicBezTo>
                    <a:pt x="1" y="707"/>
                    <a:pt x="275" y="1079"/>
                    <a:pt x="603" y="1186"/>
                  </a:cubicBezTo>
                  <a:cubicBezTo>
                    <a:pt x="699" y="1218"/>
                    <a:pt x="800" y="1233"/>
                    <a:pt x="900" y="1233"/>
                  </a:cubicBezTo>
                  <a:cubicBezTo>
                    <a:pt x="1093" y="1233"/>
                    <a:pt x="1285" y="1177"/>
                    <a:pt x="1446" y="1071"/>
                  </a:cubicBezTo>
                  <a:lnTo>
                    <a:pt x="1446" y="1071"/>
                  </a:lnTo>
                  <a:cubicBezTo>
                    <a:pt x="1487" y="1070"/>
                    <a:pt x="1528" y="1068"/>
                    <a:pt x="1571" y="1063"/>
                  </a:cubicBezTo>
                  <a:cubicBezTo>
                    <a:pt x="1807" y="1037"/>
                    <a:pt x="1983" y="736"/>
                    <a:pt x="1864" y="520"/>
                  </a:cubicBezTo>
                  <a:cubicBezTo>
                    <a:pt x="1696" y="212"/>
                    <a:pt x="1415" y="64"/>
                    <a:pt x="1074" y="19"/>
                  </a:cubicBezTo>
                  <a:cubicBezTo>
                    <a:pt x="991" y="8"/>
                    <a:pt x="903" y="0"/>
                    <a:pt x="8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5066404" y="2201843"/>
              <a:ext cx="68049" cy="51047"/>
            </a:xfrm>
            <a:custGeom>
              <a:avLst/>
              <a:gdLst/>
              <a:ahLst/>
              <a:cxnLst/>
              <a:rect l="l" t="t" r="r" b="b"/>
              <a:pathLst>
                <a:path w="1665" h="1249" extrusionOk="0">
                  <a:moveTo>
                    <a:pt x="670" y="787"/>
                  </a:moveTo>
                  <a:lnTo>
                    <a:pt x="670" y="787"/>
                  </a:lnTo>
                  <a:cubicBezTo>
                    <a:pt x="660" y="790"/>
                    <a:pt x="650" y="792"/>
                    <a:pt x="639" y="793"/>
                  </a:cubicBezTo>
                  <a:cubicBezTo>
                    <a:pt x="650" y="791"/>
                    <a:pt x="660" y="789"/>
                    <a:pt x="670" y="787"/>
                  </a:cubicBezTo>
                  <a:close/>
                  <a:moveTo>
                    <a:pt x="748" y="1"/>
                  </a:moveTo>
                  <a:cubicBezTo>
                    <a:pt x="621" y="1"/>
                    <a:pt x="494" y="23"/>
                    <a:pt x="377" y="69"/>
                  </a:cubicBezTo>
                  <a:cubicBezTo>
                    <a:pt x="157" y="155"/>
                    <a:pt x="0" y="365"/>
                    <a:pt x="27" y="608"/>
                  </a:cubicBezTo>
                  <a:cubicBezTo>
                    <a:pt x="52" y="827"/>
                    <a:pt x="204" y="1002"/>
                    <a:pt x="391" y="1107"/>
                  </a:cubicBezTo>
                  <a:cubicBezTo>
                    <a:pt x="550" y="1196"/>
                    <a:pt x="736" y="1249"/>
                    <a:pt x="916" y="1249"/>
                  </a:cubicBezTo>
                  <a:cubicBezTo>
                    <a:pt x="1153" y="1249"/>
                    <a:pt x="1380" y="1157"/>
                    <a:pt x="1524" y="935"/>
                  </a:cubicBezTo>
                  <a:cubicBezTo>
                    <a:pt x="1563" y="876"/>
                    <a:pt x="1588" y="811"/>
                    <a:pt x="1600" y="743"/>
                  </a:cubicBezTo>
                  <a:lnTo>
                    <a:pt x="1600" y="743"/>
                  </a:lnTo>
                  <a:cubicBezTo>
                    <a:pt x="1664" y="604"/>
                    <a:pt x="1631" y="453"/>
                    <a:pt x="1538" y="335"/>
                  </a:cubicBezTo>
                  <a:lnTo>
                    <a:pt x="1538" y="335"/>
                  </a:lnTo>
                  <a:cubicBezTo>
                    <a:pt x="1449" y="158"/>
                    <a:pt x="1283" y="26"/>
                    <a:pt x="1077" y="26"/>
                  </a:cubicBezTo>
                  <a:cubicBezTo>
                    <a:pt x="1054" y="26"/>
                    <a:pt x="1030" y="27"/>
                    <a:pt x="1006" y="31"/>
                  </a:cubicBezTo>
                  <a:lnTo>
                    <a:pt x="1006" y="31"/>
                  </a:lnTo>
                  <a:cubicBezTo>
                    <a:pt x="922" y="11"/>
                    <a:pt x="835" y="1"/>
                    <a:pt x="7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5188608" y="2262700"/>
              <a:ext cx="39603" cy="36742"/>
            </a:xfrm>
            <a:custGeom>
              <a:avLst/>
              <a:gdLst/>
              <a:ahLst/>
              <a:cxnLst/>
              <a:rect l="l" t="t" r="r" b="b"/>
              <a:pathLst>
                <a:path w="969" h="899" extrusionOk="0">
                  <a:moveTo>
                    <a:pt x="442" y="472"/>
                  </a:moveTo>
                  <a:cubicBezTo>
                    <a:pt x="443" y="472"/>
                    <a:pt x="443" y="473"/>
                    <a:pt x="444" y="473"/>
                  </a:cubicBezTo>
                  <a:cubicBezTo>
                    <a:pt x="443" y="473"/>
                    <a:pt x="442" y="473"/>
                    <a:pt x="441" y="474"/>
                  </a:cubicBezTo>
                  <a:lnTo>
                    <a:pt x="441" y="474"/>
                  </a:lnTo>
                  <a:cubicBezTo>
                    <a:pt x="441" y="473"/>
                    <a:pt x="441" y="472"/>
                    <a:pt x="442" y="472"/>
                  </a:cubicBezTo>
                  <a:close/>
                  <a:moveTo>
                    <a:pt x="498" y="511"/>
                  </a:moveTo>
                  <a:cubicBezTo>
                    <a:pt x="498" y="511"/>
                    <a:pt x="498" y="511"/>
                    <a:pt x="498" y="511"/>
                  </a:cubicBezTo>
                  <a:lnTo>
                    <a:pt x="498" y="511"/>
                  </a:lnTo>
                  <a:cubicBezTo>
                    <a:pt x="497" y="511"/>
                    <a:pt x="497" y="511"/>
                    <a:pt x="496" y="511"/>
                  </a:cubicBezTo>
                  <a:lnTo>
                    <a:pt x="496" y="511"/>
                  </a:lnTo>
                  <a:cubicBezTo>
                    <a:pt x="497" y="511"/>
                    <a:pt x="497" y="511"/>
                    <a:pt x="498" y="511"/>
                  </a:cubicBezTo>
                  <a:close/>
                  <a:moveTo>
                    <a:pt x="492" y="1"/>
                  </a:moveTo>
                  <a:cubicBezTo>
                    <a:pt x="225" y="1"/>
                    <a:pt x="1" y="246"/>
                    <a:pt x="24" y="515"/>
                  </a:cubicBezTo>
                  <a:cubicBezTo>
                    <a:pt x="28" y="554"/>
                    <a:pt x="46" y="588"/>
                    <a:pt x="72" y="615"/>
                  </a:cubicBezTo>
                  <a:lnTo>
                    <a:pt x="72" y="615"/>
                  </a:lnTo>
                  <a:cubicBezTo>
                    <a:pt x="100" y="700"/>
                    <a:pt x="155" y="777"/>
                    <a:pt x="238" y="829"/>
                  </a:cubicBezTo>
                  <a:cubicBezTo>
                    <a:pt x="314" y="877"/>
                    <a:pt x="396" y="899"/>
                    <a:pt x="476" y="899"/>
                  </a:cubicBezTo>
                  <a:cubicBezTo>
                    <a:pt x="656" y="899"/>
                    <a:pt x="827" y="787"/>
                    <a:pt x="888" y="597"/>
                  </a:cubicBezTo>
                  <a:cubicBezTo>
                    <a:pt x="969" y="346"/>
                    <a:pt x="844" y="56"/>
                    <a:pt x="569" y="8"/>
                  </a:cubicBezTo>
                  <a:cubicBezTo>
                    <a:pt x="543" y="3"/>
                    <a:pt x="517" y="1"/>
                    <a:pt x="4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5232013" y="2384577"/>
              <a:ext cx="29999" cy="27097"/>
            </a:xfrm>
            <a:custGeom>
              <a:avLst/>
              <a:gdLst/>
              <a:ahLst/>
              <a:cxnLst/>
              <a:rect l="l" t="t" r="r" b="b"/>
              <a:pathLst>
                <a:path w="734" h="663" extrusionOk="0">
                  <a:moveTo>
                    <a:pt x="402" y="393"/>
                  </a:moveTo>
                  <a:cubicBezTo>
                    <a:pt x="402" y="394"/>
                    <a:pt x="402" y="394"/>
                    <a:pt x="402" y="394"/>
                  </a:cubicBezTo>
                  <a:cubicBezTo>
                    <a:pt x="397" y="400"/>
                    <a:pt x="395" y="402"/>
                    <a:pt x="395" y="402"/>
                  </a:cubicBezTo>
                  <a:cubicBezTo>
                    <a:pt x="395" y="402"/>
                    <a:pt x="399" y="395"/>
                    <a:pt x="402" y="393"/>
                  </a:cubicBezTo>
                  <a:close/>
                  <a:moveTo>
                    <a:pt x="412" y="402"/>
                  </a:moveTo>
                  <a:cubicBezTo>
                    <a:pt x="411" y="403"/>
                    <a:pt x="409" y="403"/>
                    <a:pt x="408" y="403"/>
                  </a:cubicBezTo>
                  <a:lnTo>
                    <a:pt x="408" y="403"/>
                  </a:lnTo>
                  <a:cubicBezTo>
                    <a:pt x="409" y="403"/>
                    <a:pt x="410" y="403"/>
                    <a:pt x="411" y="402"/>
                  </a:cubicBezTo>
                  <a:lnTo>
                    <a:pt x="411" y="402"/>
                  </a:lnTo>
                  <a:cubicBezTo>
                    <a:pt x="411" y="402"/>
                    <a:pt x="411" y="402"/>
                    <a:pt x="412" y="402"/>
                  </a:cubicBezTo>
                  <a:close/>
                  <a:moveTo>
                    <a:pt x="426" y="1"/>
                  </a:moveTo>
                  <a:cubicBezTo>
                    <a:pt x="394" y="1"/>
                    <a:pt x="362" y="8"/>
                    <a:pt x="334" y="23"/>
                  </a:cubicBezTo>
                  <a:lnTo>
                    <a:pt x="334" y="23"/>
                  </a:lnTo>
                  <a:cubicBezTo>
                    <a:pt x="170" y="50"/>
                    <a:pt x="31" y="191"/>
                    <a:pt x="17" y="358"/>
                  </a:cubicBezTo>
                  <a:cubicBezTo>
                    <a:pt x="0" y="558"/>
                    <a:pt x="221" y="663"/>
                    <a:pt x="415" y="663"/>
                  </a:cubicBezTo>
                  <a:cubicBezTo>
                    <a:pt x="478" y="663"/>
                    <a:pt x="537" y="652"/>
                    <a:pt x="585" y="631"/>
                  </a:cubicBezTo>
                  <a:cubicBezTo>
                    <a:pt x="705" y="576"/>
                    <a:pt x="733" y="412"/>
                    <a:pt x="711" y="295"/>
                  </a:cubicBezTo>
                  <a:cubicBezTo>
                    <a:pt x="699" y="234"/>
                    <a:pt x="674" y="175"/>
                    <a:pt x="637" y="126"/>
                  </a:cubicBezTo>
                  <a:lnTo>
                    <a:pt x="637" y="126"/>
                  </a:lnTo>
                  <a:cubicBezTo>
                    <a:pt x="633" y="121"/>
                    <a:pt x="629" y="116"/>
                    <a:pt x="625" y="112"/>
                  </a:cubicBezTo>
                  <a:lnTo>
                    <a:pt x="625" y="112"/>
                  </a:lnTo>
                  <a:cubicBezTo>
                    <a:pt x="602" y="83"/>
                    <a:pt x="574" y="57"/>
                    <a:pt x="543" y="36"/>
                  </a:cubicBezTo>
                  <a:cubicBezTo>
                    <a:pt x="507" y="13"/>
                    <a:pt x="466" y="1"/>
                    <a:pt x="4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5209371" y="2213123"/>
              <a:ext cx="36374" cy="29304"/>
            </a:xfrm>
            <a:custGeom>
              <a:avLst/>
              <a:gdLst/>
              <a:ahLst/>
              <a:cxnLst/>
              <a:rect l="l" t="t" r="r" b="b"/>
              <a:pathLst>
                <a:path w="890" h="717" extrusionOk="0">
                  <a:moveTo>
                    <a:pt x="462" y="387"/>
                  </a:moveTo>
                  <a:lnTo>
                    <a:pt x="462" y="387"/>
                  </a:lnTo>
                  <a:cubicBezTo>
                    <a:pt x="462" y="387"/>
                    <a:pt x="462" y="387"/>
                    <a:pt x="462" y="387"/>
                  </a:cubicBezTo>
                  <a:lnTo>
                    <a:pt x="462" y="387"/>
                  </a:lnTo>
                  <a:cubicBezTo>
                    <a:pt x="462" y="387"/>
                    <a:pt x="462" y="387"/>
                    <a:pt x="462" y="387"/>
                  </a:cubicBezTo>
                  <a:lnTo>
                    <a:pt x="462" y="387"/>
                  </a:lnTo>
                  <a:cubicBezTo>
                    <a:pt x="462" y="387"/>
                    <a:pt x="462" y="387"/>
                    <a:pt x="462" y="387"/>
                  </a:cubicBezTo>
                  <a:lnTo>
                    <a:pt x="462" y="387"/>
                  </a:lnTo>
                  <a:cubicBezTo>
                    <a:pt x="462" y="387"/>
                    <a:pt x="462" y="387"/>
                    <a:pt x="462" y="387"/>
                  </a:cubicBezTo>
                  <a:close/>
                  <a:moveTo>
                    <a:pt x="453" y="395"/>
                  </a:moveTo>
                  <a:lnTo>
                    <a:pt x="453" y="395"/>
                  </a:lnTo>
                  <a:cubicBezTo>
                    <a:pt x="451" y="396"/>
                    <a:pt x="449" y="397"/>
                    <a:pt x="447" y="398"/>
                  </a:cubicBezTo>
                  <a:cubicBezTo>
                    <a:pt x="449" y="397"/>
                    <a:pt x="451" y="396"/>
                    <a:pt x="453" y="395"/>
                  </a:cubicBezTo>
                  <a:close/>
                  <a:moveTo>
                    <a:pt x="470" y="1"/>
                  </a:moveTo>
                  <a:cubicBezTo>
                    <a:pt x="353" y="1"/>
                    <a:pt x="236" y="53"/>
                    <a:pt x="155" y="151"/>
                  </a:cubicBezTo>
                  <a:cubicBezTo>
                    <a:pt x="1" y="338"/>
                    <a:pt x="63" y="691"/>
                    <a:pt x="347" y="694"/>
                  </a:cubicBezTo>
                  <a:cubicBezTo>
                    <a:pt x="348" y="694"/>
                    <a:pt x="349" y="694"/>
                    <a:pt x="350" y="694"/>
                  </a:cubicBezTo>
                  <a:cubicBezTo>
                    <a:pt x="394" y="694"/>
                    <a:pt x="437" y="683"/>
                    <a:pt x="476" y="664"/>
                  </a:cubicBezTo>
                  <a:lnTo>
                    <a:pt x="476" y="664"/>
                  </a:lnTo>
                  <a:cubicBezTo>
                    <a:pt x="482" y="670"/>
                    <a:pt x="489" y="676"/>
                    <a:pt x="496" y="681"/>
                  </a:cubicBezTo>
                  <a:cubicBezTo>
                    <a:pt x="530" y="706"/>
                    <a:pt x="568" y="717"/>
                    <a:pt x="606" y="717"/>
                  </a:cubicBezTo>
                  <a:cubicBezTo>
                    <a:pt x="666" y="717"/>
                    <a:pt x="725" y="688"/>
                    <a:pt x="766" y="638"/>
                  </a:cubicBezTo>
                  <a:cubicBezTo>
                    <a:pt x="889" y="488"/>
                    <a:pt x="871" y="249"/>
                    <a:pt x="736" y="113"/>
                  </a:cubicBezTo>
                  <a:cubicBezTo>
                    <a:pt x="662" y="37"/>
                    <a:pt x="566" y="1"/>
                    <a:pt x="4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5256618" y="2296255"/>
              <a:ext cx="39031" cy="34617"/>
            </a:xfrm>
            <a:custGeom>
              <a:avLst/>
              <a:gdLst/>
              <a:ahLst/>
              <a:cxnLst/>
              <a:rect l="l" t="t" r="r" b="b"/>
              <a:pathLst>
                <a:path w="955" h="847" extrusionOk="0">
                  <a:moveTo>
                    <a:pt x="469" y="387"/>
                  </a:moveTo>
                  <a:lnTo>
                    <a:pt x="469" y="387"/>
                  </a:lnTo>
                  <a:cubicBezTo>
                    <a:pt x="469" y="387"/>
                    <a:pt x="468" y="387"/>
                    <a:pt x="468" y="388"/>
                  </a:cubicBezTo>
                  <a:lnTo>
                    <a:pt x="468" y="388"/>
                  </a:lnTo>
                  <a:cubicBezTo>
                    <a:pt x="468" y="387"/>
                    <a:pt x="468" y="387"/>
                    <a:pt x="468" y="387"/>
                  </a:cubicBezTo>
                  <a:lnTo>
                    <a:pt x="468" y="387"/>
                  </a:lnTo>
                  <a:cubicBezTo>
                    <a:pt x="468" y="387"/>
                    <a:pt x="469" y="387"/>
                    <a:pt x="469" y="387"/>
                  </a:cubicBezTo>
                  <a:close/>
                  <a:moveTo>
                    <a:pt x="463" y="388"/>
                  </a:moveTo>
                  <a:cubicBezTo>
                    <a:pt x="463" y="388"/>
                    <a:pt x="463" y="388"/>
                    <a:pt x="463" y="388"/>
                  </a:cubicBezTo>
                  <a:lnTo>
                    <a:pt x="463" y="388"/>
                  </a:lnTo>
                  <a:cubicBezTo>
                    <a:pt x="463" y="388"/>
                    <a:pt x="463" y="388"/>
                    <a:pt x="463" y="388"/>
                  </a:cubicBezTo>
                  <a:lnTo>
                    <a:pt x="463" y="388"/>
                  </a:lnTo>
                  <a:cubicBezTo>
                    <a:pt x="463" y="388"/>
                    <a:pt x="463" y="388"/>
                    <a:pt x="463" y="388"/>
                  </a:cubicBezTo>
                  <a:close/>
                  <a:moveTo>
                    <a:pt x="460" y="388"/>
                  </a:moveTo>
                  <a:cubicBezTo>
                    <a:pt x="460" y="388"/>
                    <a:pt x="461" y="388"/>
                    <a:pt x="461" y="389"/>
                  </a:cubicBezTo>
                  <a:lnTo>
                    <a:pt x="461" y="389"/>
                  </a:lnTo>
                  <a:cubicBezTo>
                    <a:pt x="461" y="389"/>
                    <a:pt x="461" y="389"/>
                    <a:pt x="461" y="389"/>
                  </a:cubicBezTo>
                  <a:lnTo>
                    <a:pt x="461" y="389"/>
                  </a:lnTo>
                  <a:cubicBezTo>
                    <a:pt x="460" y="389"/>
                    <a:pt x="460" y="388"/>
                    <a:pt x="460" y="388"/>
                  </a:cubicBezTo>
                  <a:lnTo>
                    <a:pt x="460" y="388"/>
                  </a:lnTo>
                  <a:cubicBezTo>
                    <a:pt x="460" y="388"/>
                    <a:pt x="460" y="388"/>
                    <a:pt x="460" y="388"/>
                  </a:cubicBezTo>
                  <a:lnTo>
                    <a:pt x="460" y="388"/>
                  </a:lnTo>
                  <a:cubicBezTo>
                    <a:pt x="460" y="388"/>
                    <a:pt x="460" y="388"/>
                    <a:pt x="460" y="388"/>
                  </a:cubicBezTo>
                  <a:close/>
                  <a:moveTo>
                    <a:pt x="461" y="406"/>
                  </a:moveTo>
                  <a:lnTo>
                    <a:pt x="461" y="406"/>
                  </a:lnTo>
                  <a:cubicBezTo>
                    <a:pt x="461" y="407"/>
                    <a:pt x="461" y="407"/>
                    <a:pt x="462" y="407"/>
                  </a:cubicBezTo>
                  <a:lnTo>
                    <a:pt x="462" y="407"/>
                  </a:lnTo>
                  <a:cubicBezTo>
                    <a:pt x="463" y="412"/>
                    <a:pt x="464" y="419"/>
                    <a:pt x="463" y="419"/>
                  </a:cubicBezTo>
                  <a:cubicBezTo>
                    <a:pt x="463" y="419"/>
                    <a:pt x="463" y="417"/>
                    <a:pt x="461" y="411"/>
                  </a:cubicBezTo>
                  <a:cubicBezTo>
                    <a:pt x="461" y="410"/>
                    <a:pt x="461" y="409"/>
                    <a:pt x="461" y="406"/>
                  </a:cubicBezTo>
                  <a:close/>
                  <a:moveTo>
                    <a:pt x="494" y="426"/>
                  </a:moveTo>
                  <a:lnTo>
                    <a:pt x="494" y="426"/>
                  </a:lnTo>
                  <a:cubicBezTo>
                    <a:pt x="495" y="426"/>
                    <a:pt x="495" y="426"/>
                    <a:pt x="495" y="426"/>
                  </a:cubicBezTo>
                  <a:lnTo>
                    <a:pt x="495" y="426"/>
                  </a:lnTo>
                  <a:cubicBezTo>
                    <a:pt x="495" y="426"/>
                    <a:pt x="495" y="426"/>
                    <a:pt x="495" y="426"/>
                  </a:cubicBezTo>
                  <a:lnTo>
                    <a:pt x="495" y="426"/>
                  </a:lnTo>
                  <a:cubicBezTo>
                    <a:pt x="495" y="426"/>
                    <a:pt x="495" y="426"/>
                    <a:pt x="494" y="426"/>
                  </a:cubicBezTo>
                  <a:close/>
                  <a:moveTo>
                    <a:pt x="495" y="426"/>
                  </a:moveTo>
                  <a:cubicBezTo>
                    <a:pt x="496" y="426"/>
                    <a:pt x="496" y="426"/>
                    <a:pt x="496" y="427"/>
                  </a:cubicBezTo>
                  <a:cubicBezTo>
                    <a:pt x="496" y="426"/>
                    <a:pt x="496" y="426"/>
                    <a:pt x="495" y="426"/>
                  </a:cubicBezTo>
                  <a:lnTo>
                    <a:pt x="495" y="426"/>
                  </a:lnTo>
                  <a:cubicBezTo>
                    <a:pt x="495" y="426"/>
                    <a:pt x="495" y="426"/>
                    <a:pt x="495" y="426"/>
                  </a:cubicBezTo>
                  <a:close/>
                  <a:moveTo>
                    <a:pt x="480" y="418"/>
                  </a:moveTo>
                  <a:cubicBezTo>
                    <a:pt x="480" y="418"/>
                    <a:pt x="480" y="418"/>
                    <a:pt x="480" y="419"/>
                  </a:cubicBezTo>
                  <a:lnTo>
                    <a:pt x="480" y="419"/>
                  </a:lnTo>
                  <a:cubicBezTo>
                    <a:pt x="480" y="422"/>
                    <a:pt x="481" y="425"/>
                    <a:pt x="481" y="428"/>
                  </a:cubicBezTo>
                  <a:cubicBezTo>
                    <a:pt x="480" y="424"/>
                    <a:pt x="480" y="421"/>
                    <a:pt x="480" y="418"/>
                  </a:cubicBezTo>
                  <a:close/>
                  <a:moveTo>
                    <a:pt x="462" y="407"/>
                  </a:moveTo>
                  <a:cubicBezTo>
                    <a:pt x="467" y="411"/>
                    <a:pt x="472" y="414"/>
                    <a:pt x="477" y="417"/>
                  </a:cubicBezTo>
                  <a:lnTo>
                    <a:pt x="477" y="417"/>
                  </a:lnTo>
                  <a:cubicBezTo>
                    <a:pt x="476" y="424"/>
                    <a:pt x="476" y="439"/>
                    <a:pt x="478" y="439"/>
                  </a:cubicBezTo>
                  <a:cubicBezTo>
                    <a:pt x="479" y="439"/>
                    <a:pt x="479" y="439"/>
                    <a:pt x="479" y="439"/>
                  </a:cubicBezTo>
                  <a:lnTo>
                    <a:pt x="479" y="439"/>
                  </a:lnTo>
                  <a:cubicBezTo>
                    <a:pt x="478" y="442"/>
                    <a:pt x="476" y="445"/>
                    <a:pt x="475" y="448"/>
                  </a:cubicBezTo>
                  <a:lnTo>
                    <a:pt x="475" y="448"/>
                  </a:lnTo>
                  <a:cubicBezTo>
                    <a:pt x="475" y="448"/>
                    <a:pt x="474" y="447"/>
                    <a:pt x="474" y="446"/>
                  </a:cubicBezTo>
                  <a:cubicBezTo>
                    <a:pt x="473" y="444"/>
                    <a:pt x="469" y="437"/>
                    <a:pt x="467" y="430"/>
                  </a:cubicBezTo>
                  <a:lnTo>
                    <a:pt x="467" y="430"/>
                  </a:lnTo>
                  <a:cubicBezTo>
                    <a:pt x="466" y="424"/>
                    <a:pt x="463" y="413"/>
                    <a:pt x="463" y="411"/>
                  </a:cubicBezTo>
                  <a:cubicBezTo>
                    <a:pt x="462" y="409"/>
                    <a:pt x="462" y="408"/>
                    <a:pt x="462" y="407"/>
                  </a:cubicBezTo>
                  <a:close/>
                  <a:moveTo>
                    <a:pt x="491" y="462"/>
                  </a:moveTo>
                  <a:cubicBezTo>
                    <a:pt x="491" y="463"/>
                    <a:pt x="491" y="463"/>
                    <a:pt x="491" y="463"/>
                  </a:cubicBezTo>
                  <a:cubicBezTo>
                    <a:pt x="491" y="463"/>
                    <a:pt x="491" y="463"/>
                    <a:pt x="491" y="463"/>
                  </a:cubicBezTo>
                  <a:lnTo>
                    <a:pt x="491" y="463"/>
                  </a:lnTo>
                  <a:cubicBezTo>
                    <a:pt x="491" y="463"/>
                    <a:pt x="491" y="462"/>
                    <a:pt x="491" y="462"/>
                  </a:cubicBezTo>
                  <a:close/>
                  <a:moveTo>
                    <a:pt x="488" y="464"/>
                  </a:moveTo>
                  <a:cubicBezTo>
                    <a:pt x="490" y="465"/>
                    <a:pt x="491" y="466"/>
                    <a:pt x="490" y="466"/>
                  </a:cubicBezTo>
                  <a:cubicBezTo>
                    <a:pt x="489" y="466"/>
                    <a:pt x="488" y="465"/>
                    <a:pt x="487" y="464"/>
                  </a:cubicBezTo>
                  <a:lnTo>
                    <a:pt x="487" y="464"/>
                  </a:lnTo>
                  <a:cubicBezTo>
                    <a:pt x="487" y="464"/>
                    <a:pt x="488" y="464"/>
                    <a:pt x="488" y="464"/>
                  </a:cubicBezTo>
                  <a:close/>
                  <a:moveTo>
                    <a:pt x="465" y="469"/>
                  </a:moveTo>
                  <a:lnTo>
                    <a:pt x="465" y="469"/>
                  </a:lnTo>
                  <a:cubicBezTo>
                    <a:pt x="465" y="469"/>
                    <a:pt x="465" y="469"/>
                    <a:pt x="465" y="469"/>
                  </a:cubicBezTo>
                  <a:lnTo>
                    <a:pt x="465" y="469"/>
                  </a:lnTo>
                  <a:cubicBezTo>
                    <a:pt x="465" y="470"/>
                    <a:pt x="465" y="470"/>
                    <a:pt x="464" y="470"/>
                  </a:cubicBezTo>
                  <a:cubicBezTo>
                    <a:pt x="464" y="470"/>
                    <a:pt x="464" y="470"/>
                    <a:pt x="465" y="469"/>
                  </a:cubicBezTo>
                  <a:close/>
                  <a:moveTo>
                    <a:pt x="477" y="0"/>
                  </a:moveTo>
                  <a:cubicBezTo>
                    <a:pt x="443" y="0"/>
                    <a:pt x="408" y="4"/>
                    <a:pt x="375" y="13"/>
                  </a:cubicBezTo>
                  <a:cubicBezTo>
                    <a:pt x="91" y="86"/>
                    <a:pt x="0" y="412"/>
                    <a:pt x="146" y="650"/>
                  </a:cubicBezTo>
                  <a:cubicBezTo>
                    <a:pt x="223" y="776"/>
                    <a:pt x="355" y="847"/>
                    <a:pt x="487" y="847"/>
                  </a:cubicBezTo>
                  <a:cubicBezTo>
                    <a:pt x="596" y="847"/>
                    <a:pt x="704" y="799"/>
                    <a:pt x="779" y="696"/>
                  </a:cubicBezTo>
                  <a:cubicBezTo>
                    <a:pt x="796" y="673"/>
                    <a:pt x="811" y="648"/>
                    <a:pt x="823" y="623"/>
                  </a:cubicBezTo>
                  <a:lnTo>
                    <a:pt x="823" y="623"/>
                  </a:lnTo>
                  <a:cubicBezTo>
                    <a:pt x="910" y="591"/>
                    <a:pt x="954" y="503"/>
                    <a:pt x="947" y="411"/>
                  </a:cubicBezTo>
                  <a:cubicBezTo>
                    <a:pt x="931" y="178"/>
                    <a:pt x="704" y="0"/>
                    <a:pt x="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5166620" y="2320695"/>
              <a:ext cx="38581" cy="33595"/>
            </a:xfrm>
            <a:custGeom>
              <a:avLst/>
              <a:gdLst/>
              <a:ahLst/>
              <a:cxnLst/>
              <a:rect l="l" t="t" r="r" b="b"/>
              <a:pathLst>
                <a:path w="944" h="822" extrusionOk="0">
                  <a:moveTo>
                    <a:pt x="439" y="397"/>
                  </a:moveTo>
                  <a:lnTo>
                    <a:pt x="439" y="397"/>
                  </a:lnTo>
                  <a:cubicBezTo>
                    <a:pt x="439" y="397"/>
                    <a:pt x="438" y="400"/>
                    <a:pt x="434" y="408"/>
                  </a:cubicBezTo>
                  <a:lnTo>
                    <a:pt x="434" y="408"/>
                  </a:lnTo>
                  <a:cubicBezTo>
                    <a:pt x="434" y="408"/>
                    <a:pt x="434" y="407"/>
                    <a:pt x="434" y="407"/>
                  </a:cubicBezTo>
                  <a:lnTo>
                    <a:pt x="434" y="407"/>
                  </a:lnTo>
                  <a:cubicBezTo>
                    <a:pt x="434" y="406"/>
                    <a:pt x="434" y="406"/>
                    <a:pt x="433" y="406"/>
                  </a:cubicBezTo>
                  <a:lnTo>
                    <a:pt x="433" y="406"/>
                  </a:lnTo>
                  <a:cubicBezTo>
                    <a:pt x="436" y="402"/>
                    <a:pt x="439" y="397"/>
                    <a:pt x="439" y="397"/>
                  </a:cubicBezTo>
                  <a:close/>
                  <a:moveTo>
                    <a:pt x="400" y="442"/>
                  </a:moveTo>
                  <a:cubicBezTo>
                    <a:pt x="402" y="442"/>
                    <a:pt x="404" y="442"/>
                    <a:pt x="407" y="443"/>
                  </a:cubicBezTo>
                  <a:cubicBezTo>
                    <a:pt x="407" y="443"/>
                    <a:pt x="407" y="443"/>
                    <a:pt x="407" y="443"/>
                  </a:cubicBezTo>
                  <a:lnTo>
                    <a:pt x="407" y="443"/>
                  </a:lnTo>
                  <a:cubicBezTo>
                    <a:pt x="407" y="443"/>
                    <a:pt x="406" y="444"/>
                    <a:pt x="406" y="444"/>
                  </a:cubicBezTo>
                  <a:cubicBezTo>
                    <a:pt x="405" y="447"/>
                    <a:pt x="403" y="447"/>
                    <a:pt x="401" y="447"/>
                  </a:cubicBezTo>
                  <a:cubicBezTo>
                    <a:pt x="397" y="447"/>
                    <a:pt x="394" y="442"/>
                    <a:pt x="400" y="442"/>
                  </a:cubicBezTo>
                  <a:close/>
                  <a:moveTo>
                    <a:pt x="568" y="0"/>
                  </a:moveTo>
                  <a:cubicBezTo>
                    <a:pt x="527" y="0"/>
                    <a:pt x="486" y="14"/>
                    <a:pt x="451" y="43"/>
                  </a:cubicBezTo>
                  <a:cubicBezTo>
                    <a:pt x="445" y="47"/>
                    <a:pt x="440" y="52"/>
                    <a:pt x="435" y="58"/>
                  </a:cubicBezTo>
                  <a:lnTo>
                    <a:pt x="435" y="58"/>
                  </a:lnTo>
                  <a:cubicBezTo>
                    <a:pt x="422" y="56"/>
                    <a:pt x="409" y="56"/>
                    <a:pt x="396" y="56"/>
                  </a:cubicBezTo>
                  <a:cubicBezTo>
                    <a:pt x="325" y="56"/>
                    <a:pt x="253" y="77"/>
                    <a:pt x="184" y="127"/>
                  </a:cubicBezTo>
                  <a:cubicBezTo>
                    <a:pt x="1" y="260"/>
                    <a:pt x="17" y="517"/>
                    <a:pt x="147" y="680"/>
                  </a:cubicBezTo>
                  <a:cubicBezTo>
                    <a:pt x="224" y="775"/>
                    <a:pt x="332" y="821"/>
                    <a:pt x="439" y="821"/>
                  </a:cubicBezTo>
                  <a:cubicBezTo>
                    <a:pt x="548" y="821"/>
                    <a:pt x="657" y="774"/>
                    <a:pt x="735" y="681"/>
                  </a:cubicBezTo>
                  <a:cubicBezTo>
                    <a:pt x="743" y="671"/>
                    <a:pt x="750" y="661"/>
                    <a:pt x="757" y="651"/>
                  </a:cubicBezTo>
                  <a:lnTo>
                    <a:pt x="757" y="651"/>
                  </a:lnTo>
                  <a:cubicBezTo>
                    <a:pt x="792" y="647"/>
                    <a:pt x="825" y="634"/>
                    <a:pt x="854" y="611"/>
                  </a:cubicBezTo>
                  <a:cubicBezTo>
                    <a:pt x="943" y="538"/>
                    <a:pt x="939" y="426"/>
                    <a:pt x="882" y="337"/>
                  </a:cubicBezTo>
                  <a:cubicBezTo>
                    <a:pt x="873" y="325"/>
                    <a:pt x="866" y="312"/>
                    <a:pt x="858" y="300"/>
                  </a:cubicBezTo>
                  <a:cubicBezTo>
                    <a:pt x="849" y="286"/>
                    <a:pt x="838" y="274"/>
                    <a:pt x="826" y="265"/>
                  </a:cubicBezTo>
                  <a:lnTo>
                    <a:pt x="826" y="265"/>
                  </a:lnTo>
                  <a:cubicBezTo>
                    <a:pt x="808" y="193"/>
                    <a:pt x="775" y="125"/>
                    <a:pt x="723" y="71"/>
                  </a:cubicBezTo>
                  <a:cubicBezTo>
                    <a:pt x="682" y="26"/>
                    <a:pt x="625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4999294" y="2135509"/>
              <a:ext cx="38867" cy="26811"/>
            </a:xfrm>
            <a:custGeom>
              <a:avLst/>
              <a:gdLst/>
              <a:ahLst/>
              <a:cxnLst/>
              <a:rect l="l" t="t" r="r" b="b"/>
              <a:pathLst>
                <a:path w="951" h="656" extrusionOk="0">
                  <a:moveTo>
                    <a:pt x="699" y="0"/>
                  </a:moveTo>
                  <a:cubicBezTo>
                    <a:pt x="653" y="0"/>
                    <a:pt x="609" y="20"/>
                    <a:pt x="575" y="51"/>
                  </a:cubicBezTo>
                  <a:lnTo>
                    <a:pt x="575" y="51"/>
                  </a:lnTo>
                  <a:cubicBezTo>
                    <a:pt x="520" y="39"/>
                    <a:pt x="463" y="33"/>
                    <a:pt x="406" y="33"/>
                  </a:cubicBezTo>
                  <a:cubicBezTo>
                    <a:pt x="345" y="33"/>
                    <a:pt x="284" y="40"/>
                    <a:pt x="222" y="55"/>
                  </a:cubicBezTo>
                  <a:cubicBezTo>
                    <a:pt x="83" y="89"/>
                    <a:pt x="1" y="249"/>
                    <a:pt x="101" y="369"/>
                  </a:cubicBezTo>
                  <a:cubicBezTo>
                    <a:pt x="218" y="509"/>
                    <a:pt x="381" y="656"/>
                    <a:pt x="565" y="656"/>
                  </a:cubicBezTo>
                  <a:cubicBezTo>
                    <a:pt x="613" y="656"/>
                    <a:pt x="661" y="646"/>
                    <a:pt x="711" y="624"/>
                  </a:cubicBezTo>
                  <a:cubicBezTo>
                    <a:pt x="791" y="589"/>
                    <a:pt x="853" y="527"/>
                    <a:pt x="890" y="455"/>
                  </a:cubicBezTo>
                  <a:lnTo>
                    <a:pt x="890" y="455"/>
                  </a:lnTo>
                  <a:cubicBezTo>
                    <a:pt x="895" y="450"/>
                    <a:pt x="900" y="444"/>
                    <a:pt x="904" y="438"/>
                  </a:cubicBezTo>
                  <a:cubicBezTo>
                    <a:pt x="940" y="389"/>
                    <a:pt x="950" y="318"/>
                    <a:pt x="931" y="257"/>
                  </a:cubicBezTo>
                  <a:lnTo>
                    <a:pt x="931" y="257"/>
                  </a:lnTo>
                  <a:cubicBezTo>
                    <a:pt x="924" y="176"/>
                    <a:pt x="885" y="98"/>
                    <a:pt x="810" y="40"/>
                  </a:cubicBezTo>
                  <a:cubicBezTo>
                    <a:pt x="773" y="12"/>
                    <a:pt x="735" y="0"/>
                    <a:pt x="6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5110586" y="2053114"/>
              <a:ext cx="41115" cy="28241"/>
            </a:xfrm>
            <a:custGeom>
              <a:avLst/>
              <a:gdLst/>
              <a:ahLst/>
              <a:cxnLst/>
              <a:rect l="l" t="t" r="r" b="b"/>
              <a:pathLst>
                <a:path w="1006" h="691" extrusionOk="0">
                  <a:moveTo>
                    <a:pt x="480" y="1"/>
                  </a:moveTo>
                  <a:cubicBezTo>
                    <a:pt x="410" y="1"/>
                    <a:pt x="338" y="40"/>
                    <a:pt x="299" y="101"/>
                  </a:cubicBezTo>
                  <a:lnTo>
                    <a:pt x="299" y="101"/>
                  </a:lnTo>
                  <a:cubicBezTo>
                    <a:pt x="245" y="109"/>
                    <a:pt x="193" y="123"/>
                    <a:pt x="141" y="141"/>
                  </a:cubicBezTo>
                  <a:cubicBezTo>
                    <a:pt x="18" y="186"/>
                    <a:pt x="0" y="347"/>
                    <a:pt x="70" y="441"/>
                  </a:cubicBezTo>
                  <a:cubicBezTo>
                    <a:pt x="185" y="593"/>
                    <a:pt x="366" y="690"/>
                    <a:pt x="558" y="690"/>
                  </a:cubicBezTo>
                  <a:cubicBezTo>
                    <a:pt x="632" y="690"/>
                    <a:pt x="695" y="660"/>
                    <a:pt x="733" y="611"/>
                  </a:cubicBezTo>
                  <a:lnTo>
                    <a:pt x="733" y="611"/>
                  </a:lnTo>
                  <a:cubicBezTo>
                    <a:pt x="747" y="615"/>
                    <a:pt x="762" y="616"/>
                    <a:pt x="776" y="616"/>
                  </a:cubicBezTo>
                  <a:cubicBezTo>
                    <a:pt x="839" y="616"/>
                    <a:pt x="904" y="586"/>
                    <a:pt x="940" y="537"/>
                  </a:cubicBezTo>
                  <a:cubicBezTo>
                    <a:pt x="1006" y="445"/>
                    <a:pt x="977" y="334"/>
                    <a:pt x="897" y="265"/>
                  </a:cubicBezTo>
                  <a:cubicBezTo>
                    <a:pt x="821" y="199"/>
                    <a:pt x="734" y="152"/>
                    <a:pt x="642" y="124"/>
                  </a:cubicBezTo>
                  <a:lnTo>
                    <a:pt x="642" y="124"/>
                  </a:lnTo>
                  <a:cubicBezTo>
                    <a:pt x="641" y="121"/>
                    <a:pt x="639" y="118"/>
                    <a:pt x="638" y="115"/>
                  </a:cubicBezTo>
                  <a:cubicBezTo>
                    <a:pt x="607" y="35"/>
                    <a:pt x="544" y="1"/>
                    <a:pt x="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259152" y="2110006"/>
              <a:ext cx="28159" cy="26647"/>
            </a:xfrm>
            <a:custGeom>
              <a:avLst/>
              <a:gdLst/>
              <a:ahLst/>
              <a:cxnLst/>
              <a:rect l="l" t="t" r="r" b="b"/>
              <a:pathLst>
                <a:path w="689" h="652" extrusionOk="0">
                  <a:moveTo>
                    <a:pt x="289" y="1"/>
                  </a:moveTo>
                  <a:cubicBezTo>
                    <a:pt x="232" y="1"/>
                    <a:pt x="176" y="25"/>
                    <a:pt x="138" y="78"/>
                  </a:cubicBezTo>
                  <a:cubicBezTo>
                    <a:pt x="135" y="82"/>
                    <a:pt x="133" y="85"/>
                    <a:pt x="130" y="89"/>
                  </a:cubicBezTo>
                  <a:lnTo>
                    <a:pt x="130" y="89"/>
                  </a:lnTo>
                  <a:cubicBezTo>
                    <a:pt x="46" y="154"/>
                    <a:pt x="0" y="262"/>
                    <a:pt x="53" y="370"/>
                  </a:cubicBezTo>
                  <a:cubicBezTo>
                    <a:pt x="113" y="492"/>
                    <a:pt x="208" y="573"/>
                    <a:pt x="325" y="636"/>
                  </a:cubicBezTo>
                  <a:cubicBezTo>
                    <a:pt x="345" y="647"/>
                    <a:pt x="368" y="652"/>
                    <a:pt x="391" y="652"/>
                  </a:cubicBezTo>
                  <a:cubicBezTo>
                    <a:pt x="469" y="652"/>
                    <a:pt x="556" y="597"/>
                    <a:pt x="576" y="527"/>
                  </a:cubicBezTo>
                  <a:cubicBezTo>
                    <a:pt x="576" y="526"/>
                    <a:pt x="576" y="526"/>
                    <a:pt x="577" y="526"/>
                  </a:cubicBezTo>
                  <a:lnTo>
                    <a:pt x="577" y="526"/>
                  </a:lnTo>
                  <a:cubicBezTo>
                    <a:pt x="618" y="496"/>
                    <a:pt x="647" y="449"/>
                    <a:pt x="658" y="391"/>
                  </a:cubicBezTo>
                  <a:cubicBezTo>
                    <a:pt x="689" y="228"/>
                    <a:pt x="571" y="94"/>
                    <a:pt x="426" y="47"/>
                  </a:cubicBezTo>
                  <a:lnTo>
                    <a:pt x="426" y="47"/>
                  </a:lnTo>
                  <a:cubicBezTo>
                    <a:pt x="421" y="43"/>
                    <a:pt x="415" y="39"/>
                    <a:pt x="408" y="35"/>
                  </a:cubicBezTo>
                  <a:cubicBezTo>
                    <a:pt x="372" y="13"/>
                    <a:pt x="330" y="1"/>
                    <a:pt x="2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415687" y="2187334"/>
              <a:ext cx="41647" cy="27506"/>
            </a:xfrm>
            <a:custGeom>
              <a:avLst/>
              <a:gdLst/>
              <a:ahLst/>
              <a:cxnLst/>
              <a:rect l="l" t="t" r="r" b="b"/>
              <a:pathLst>
                <a:path w="1019" h="673" extrusionOk="0">
                  <a:moveTo>
                    <a:pt x="534" y="0"/>
                  </a:moveTo>
                  <a:cubicBezTo>
                    <a:pt x="459" y="0"/>
                    <a:pt x="398" y="45"/>
                    <a:pt x="365" y="104"/>
                  </a:cubicBezTo>
                  <a:lnTo>
                    <a:pt x="365" y="104"/>
                  </a:lnTo>
                  <a:cubicBezTo>
                    <a:pt x="292" y="111"/>
                    <a:pt x="219" y="128"/>
                    <a:pt x="146" y="159"/>
                  </a:cubicBezTo>
                  <a:cubicBezTo>
                    <a:pt x="29" y="208"/>
                    <a:pt x="1" y="363"/>
                    <a:pt x="76" y="459"/>
                  </a:cubicBezTo>
                  <a:cubicBezTo>
                    <a:pt x="184" y="598"/>
                    <a:pt x="359" y="673"/>
                    <a:pt x="532" y="673"/>
                  </a:cubicBezTo>
                  <a:cubicBezTo>
                    <a:pt x="673" y="673"/>
                    <a:pt x="813" y="623"/>
                    <a:pt x="916" y="517"/>
                  </a:cubicBezTo>
                  <a:cubicBezTo>
                    <a:pt x="987" y="444"/>
                    <a:pt x="1018" y="331"/>
                    <a:pt x="944" y="244"/>
                  </a:cubicBezTo>
                  <a:cubicBezTo>
                    <a:pt x="849" y="137"/>
                    <a:pt x="736" y="55"/>
                    <a:pt x="599" y="11"/>
                  </a:cubicBezTo>
                  <a:cubicBezTo>
                    <a:pt x="577" y="4"/>
                    <a:pt x="555" y="0"/>
                    <a:pt x="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5489868" y="2265969"/>
              <a:ext cx="38540" cy="35066"/>
            </a:xfrm>
            <a:custGeom>
              <a:avLst/>
              <a:gdLst/>
              <a:ahLst/>
              <a:cxnLst/>
              <a:rect l="l" t="t" r="r" b="b"/>
              <a:pathLst>
                <a:path w="943" h="858" extrusionOk="0">
                  <a:moveTo>
                    <a:pt x="499" y="0"/>
                  </a:moveTo>
                  <a:cubicBezTo>
                    <a:pt x="400" y="0"/>
                    <a:pt x="300" y="42"/>
                    <a:pt x="228" y="139"/>
                  </a:cubicBezTo>
                  <a:cubicBezTo>
                    <a:pt x="1" y="442"/>
                    <a:pt x="284" y="858"/>
                    <a:pt x="632" y="858"/>
                  </a:cubicBezTo>
                  <a:cubicBezTo>
                    <a:pt x="633" y="858"/>
                    <a:pt x="633" y="858"/>
                    <a:pt x="634" y="858"/>
                  </a:cubicBezTo>
                  <a:cubicBezTo>
                    <a:pt x="749" y="858"/>
                    <a:pt x="880" y="771"/>
                    <a:pt x="848" y="636"/>
                  </a:cubicBezTo>
                  <a:cubicBezTo>
                    <a:pt x="839" y="599"/>
                    <a:pt x="831" y="563"/>
                    <a:pt x="822" y="527"/>
                  </a:cubicBezTo>
                  <a:lnTo>
                    <a:pt x="822" y="527"/>
                  </a:lnTo>
                  <a:cubicBezTo>
                    <a:pt x="840" y="508"/>
                    <a:pt x="855" y="486"/>
                    <a:pt x="863" y="461"/>
                  </a:cubicBezTo>
                  <a:cubicBezTo>
                    <a:pt x="943" y="205"/>
                    <a:pt x="721" y="0"/>
                    <a:pt x="4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5555180" y="2352248"/>
              <a:ext cx="37396" cy="34453"/>
            </a:xfrm>
            <a:custGeom>
              <a:avLst/>
              <a:gdLst/>
              <a:ahLst/>
              <a:cxnLst/>
              <a:rect l="l" t="t" r="r" b="b"/>
              <a:pathLst>
                <a:path w="915" h="843" extrusionOk="0">
                  <a:moveTo>
                    <a:pt x="454" y="413"/>
                  </a:moveTo>
                  <a:lnTo>
                    <a:pt x="454" y="413"/>
                  </a:lnTo>
                  <a:cubicBezTo>
                    <a:pt x="456" y="414"/>
                    <a:pt x="458" y="414"/>
                    <a:pt x="460" y="414"/>
                  </a:cubicBezTo>
                  <a:lnTo>
                    <a:pt x="460" y="414"/>
                  </a:lnTo>
                  <a:cubicBezTo>
                    <a:pt x="460" y="414"/>
                    <a:pt x="460" y="414"/>
                    <a:pt x="460" y="414"/>
                  </a:cubicBezTo>
                  <a:lnTo>
                    <a:pt x="460" y="414"/>
                  </a:lnTo>
                  <a:cubicBezTo>
                    <a:pt x="459" y="415"/>
                    <a:pt x="458" y="415"/>
                    <a:pt x="458" y="415"/>
                  </a:cubicBezTo>
                  <a:cubicBezTo>
                    <a:pt x="457" y="415"/>
                    <a:pt x="456" y="415"/>
                    <a:pt x="455" y="414"/>
                  </a:cubicBezTo>
                  <a:lnTo>
                    <a:pt x="455" y="414"/>
                  </a:lnTo>
                  <a:cubicBezTo>
                    <a:pt x="458" y="414"/>
                    <a:pt x="457" y="414"/>
                    <a:pt x="454" y="414"/>
                  </a:cubicBezTo>
                  <a:lnTo>
                    <a:pt x="454" y="414"/>
                  </a:lnTo>
                  <a:cubicBezTo>
                    <a:pt x="454" y="414"/>
                    <a:pt x="454" y="414"/>
                    <a:pt x="454" y="413"/>
                  </a:cubicBezTo>
                  <a:close/>
                  <a:moveTo>
                    <a:pt x="383" y="1"/>
                  </a:moveTo>
                  <a:cubicBezTo>
                    <a:pt x="343" y="1"/>
                    <a:pt x="304" y="13"/>
                    <a:pt x="268" y="43"/>
                  </a:cubicBezTo>
                  <a:cubicBezTo>
                    <a:pt x="251" y="56"/>
                    <a:pt x="237" y="74"/>
                    <a:pt x="225" y="93"/>
                  </a:cubicBezTo>
                  <a:lnTo>
                    <a:pt x="225" y="93"/>
                  </a:lnTo>
                  <a:cubicBezTo>
                    <a:pt x="91" y="177"/>
                    <a:pt x="0" y="330"/>
                    <a:pt x="31" y="494"/>
                  </a:cubicBezTo>
                  <a:cubicBezTo>
                    <a:pt x="68" y="696"/>
                    <a:pt x="263" y="842"/>
                    <a:pt x="462" y="842"/>
                  </a:cubicBezTo>
                  <a:cubicBezTo>
                    <a:pt x="517" y="842"/>
                    <a:pt x="572" y="831"/>
                    <a:pt x="624" y="807"/>
                  </a:cubicBezTo>
                  <a:cubicBezTo>
                    <a:pt x="662" y="790"/>
                    <a:pt x="691" y="767"/>
                    <a:pt x="713" y="739"/>
                  </a:cubicBezTo>
                  <a:lnTo>
                    <a:pt x="713" y="739"/>
                  </a:lnTo>
                  <a:cubicBezTo>
                    <a:pt x="816" y="732"/>
                    <a:pt x="914" y="654"/>
                    <a:pt x="895" y="522"/>
                  </a:cubicBezTo>
                  <a:cubicBezTo>
                    <a:pt x="858" y="282"/>
                    <a:pt x="737" y="42"/>
                    <a:pt x="482" y="27"/>
                  </a:cubicBezTo>
                  <a:lnTo>
                    <a:pt x="482" y="27"/>
                  </a:lnTo>
                  <a:cubicBezTo>
                    <a:pt x="451" y="10"/>
                    <a:pt x="417" y="1"/>
                    <a:pt x="3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487457" y="2528647"/>
              <a:ext cx="31879" cy="35312"/>
            </a:xfrm>
            <a:custGeom>
              <a:avLst/>
              <a:gdLst/>
              <a:ahLst/>
              <a:cxnLst/>
              <a:rect l="l" t="t" r="r" b="b"/>
              <a:pathLst>
                <a:path w="780" h="864" extrusionOk="0">
                  <a:moveTo>
                    <a:pt x="367" y="1"/>
                  </a:moveTo>
                  <a:cubicBezTo>
                    <a:pt x="274" y="1"/>
                    <a:pt x="180" y="41"/>
                    <a:pt x="108" y="137"/>
                  </a:cubicBezTo>
                  <a:cubicBezTo>
                    <a:pt x="10" y="266"/>
                    <a:pt x="1" y="456"/>
                    <a:pt x="80" y="596"/>
                  </a:cubicBezTo>
                  <a:cubicBezTo>
                    <a:pt x="175" y="769"/>
                    <a:pt x="370" y="855"/>
                    <a:pt x="562" y="864"/>
                  </a:cubicBezTo>
                  <a:cubicBezTo>
                    <a:pt x="565" y="864"/>
                    <a:pt x="567" y="864"/>
                    <a:pt x="569" y="864"/>
                  </a:cubicBezTo>
                  <a:cubicBezTo>
                    <a:pt x="665" y="864"/>
                    <a:pt x="774" y="800"/>
                    <a:pt x="776" y="692"/>
                  </a:cubicBezTo>
                  <a:cubicBezTo>
                    <a:pt x="780" y="563"/>
                    <a:pt x="765" y="441"/>
                    <a:pt x="729" y="321"/>
                  </a:cubicBezTo>
                  <a:lnTo>
                    <a:pt x="729" y="321"/>
                  </a:lnTo>
                  <a:cubicBezTo>
                    <a:pt x="714" y="143"/>
                    <a:pt x="543" y="1"/>
                    <a:pt x="3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370402" y="2519655"/>
              <a:ext cx="47041" cy="33023"/>
            </a:xfrm>
            <a:custGeom>
              <a:avLst/>
              <a:gdLst/>
              <a:ahLst/>
              <a:cxnLst/>
              <a:rect l="l" t="t" r="r" b="b"/>
              <a:pathLst>
                <a:path w="1151" h="808" extrusionOk="0">
                  <a:moveTo>
                    <a:pt x="375" y="1"/>
                  </a:moveTo>
                  <a:cubicBezTo>
                    <a:pt x="292" y="1"/>
                    <a:pt x="216" y="34"/>
                    <a:pt x="156" y="123"/>
                  </a:cubicBezTo>
                  <a:cubicBezTo>
                    <a:pt x="1" y="358"/>
                    <a:pt x="254" y="656"/>
                    <a:pt x="457" y="758"/>
                  </a:cubicBezTo>
                  <a:cubicBezTo>
                    <a:pt x="523" y="791"/>
                    <a:pt x="597" y="807"/>
                    <a:pt x="671" y="807"/>
                  </a:cubicBezTo>
                  <a:cubicBezTo>
                    <a:pt x="843" y="807"/>
                    <a:pt x="1014" y="719"/>
                    <a:pt x="1075" y="547"/>
                  </a:cubicBezTo>
                  <a:cubicBezTo>
                    <a:pt x="1151" y="329"/>
                    <a:pt x="979" y="69"/>
                    <a:pt x="752" y="69"/>
                  </a:cubicBezTo>
                  <a:cubicBezTo>
                    <a:pt x="729" y="69"/>
                    <a:pt x="706" y="72"/>
                    <a:pt x="683" y="77"/>
                  </a:cubicBezTo>
                  <a:cubicBezTo>
                    <a:pt x="672" y="79"/>
                    <a:pt x="662" y="83"/>
                    <a:pt x="652" y="86"/>
                  </a:cubicBezTo>
                  <a:lnTo>
                    <a:pt x="652" y="86"/>
                  </a:lnTo>
                  <a:cubicBezTo>
                    <a:pt x="560" y="39"/>
                    <a:pt x="464" y="1"/>
                    <a:pt x="3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5520807" y="2652935"/>
              <a:ext cx="43976" cy="36824"/>
            </a:xfrm>
            <a:custGeom>
              <a:avLst/>
              <a:gdLst/>
              <a:ahLst/>
              <a:cxnLst/>
              <a:rect l="l" t="t" r="r" b="b"/>
              <a:pathLst>
                <a:path w="1076" h="901" extrusionOk="0">
                  <a:moveTo>
                    <a:pt x="426" y="0"/>
                  </a:moveTo>
                  <a:cubicBezTo>
                    <a:pt x="416" y="0"/>
                    <a:pt x="405" y="1"/>
                    <a:pt x="394" y="3"/>
                  </a:cubicBezTo>
                  <a:cubicBezTo>
                    <a:pt x="354" y="9"/>
                    <a:pt x="314" y="32"/>
                    <a:pt x="283" y="64"/>
                  </a:cubicBezTo>
                  <a:lnTo>
                    <a:pt x="283" y="64"/>
                  </a:lnTo>
                  <a:cubicBezTo>
                    <a:pt x="270" y="63"/>
                    <a:pt x="257" y="62"/>
                    <a:pt x="244" y="62"/>
                  </a:cubicBezTo>
                  <a:cubicBezTo>
                    <a:pt x="243" y="62"/>
                    <a:pt x="242" y="62"/>
                    <a:pt x="241" y="62"/>
                  </a:cubicBezTo>
                  <a:cubicBezTo>
                    <a:pt x="140" y="62"/>
                    <a:pt x="40" y="121"/>
                    <a:pt x="30" y="234"/>
                  </a:cubicBezTo>
                  <a:cubicBezTo>
                    <a:pt x="1" y="558"/>
                    <a:pt x="229" y="844"/>
                    <a:pt x="549" y="899"/>
                  </a:cubicBezTo>
                  <a:cubicBezTo>
                    <a:pt x="557" y="900"/>
                    <a:pt x="565" y="901"/>
                    <a:pt x="573" y="901"/>
                  </a:cubicBezTo>
                  <a:cubicBezTo>
                    <a:pt x="642" y="901"/>
                    <a:pt x="715" y="852"/>
                    <a:pt x="748" y="787"/>
                  </a:cubicBezTo>
                  <a:lnTo>
                    <a:pt x="748" y="787"/>
                  </a:lnTo>
                  <a:cubicBezTo>
                    <a:pt x="770" y="795"/>
                    <a:pt x="793" y="799"/>
                    <a:pt x="816" y="799"/>
                  </a:cubicBezTo>
                  <a:cubicBezTo>
                    <a:pt x="946" y="799"/>
                    <a:pt x="1076" y="680"/>
                    <a:pt x="997" y="535"/>
                  </a:cubicBezTo>
                  <a:cubicBezTo>
                    <a:pt x="909" y="372"/>
                    <a:pt x="774" y="238"/>
                    <a:pt x="613" y="155"/>
                  </a:cubicBezTo>
                  <a:lnTo>
                    <a:pt x="613" y="155"/>
                  </a:lnTo>
                  <a:cubicBezTo>
                    <a:pt x="585" y="68"/>
                    <a:pt x="518" y="0"/>
                    <a:pt x="4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5493914" y="2589749"/>
              <a:ext cx="35680" cy="39276"/>
            </a:xfrm>
            <a:custGeom>
              <a:avLst/>
              <a:gdLst/>
              <a:ahLst/>
              <a:cxnLst/>
              <a:rect l="l" t="t" r="r" b="b"/>
              <a:pathLst>
                <a:path w="873" h="961" extrusionOk="0">
                  <a:moveTo>
                    <a:pt x="430" y="1"/>
                  </a:moveTo>
                  <a:cubicBezTo>
                    <a:pt x="382" y="1"/>
                    <a:pt x="334" y="10"/>
                    <a:pt x="287" y="28"/>
                  </a:cubicBezTo>
                  <a:cubicBezTo>
                    <a:pt x="111" y="97"/>
                    <a:pt x="1" y="287"/>
                    <a:pt x="10" y="472"/>
                  </a:cubicBezTo>
                  <a:cubicBezTo>
                    <a:pt x="20" y="659"/>
                    <a:pt x="135" y="820"/>
                    <a:pt x="289" y="922"/>
                  </a:cubicBezTo>
                  <a:cubicBezTo>
                    <a:pt x="323" y="945"/>
                    <a:pt x="367" y="961"/>
                    <a:pt x="410" y="961"/>
                  </a:cubicBezTo>
                  <a:cubicBezTo>
                    <a:pt x="436" y="961"/>
                    <a:pt x="461" y="955"/>
                    <a:pt x="483" y="942"/>
                  </a:cubicBezTo>
                  <a:cubicBezTo>
                    <a:pt x="684" y="826"/>
                    <a:pt x="805" y="658"/>
                    <a:pt x="857" y="433"/>
                  </a:cubicBezTo>
                  <a:cubicBezTo>
                    <a:pt x="873" y="367"/>
                    <a:pt x="837" y="301"/>
                    <a:pt x="783" y="260"/>
                  </a:cubicBezTo>
                  <a:lnTo>
                    <a:pt x="783" y="260"/>
                  </a:lnTo>
                  <a:cubicBezTo>
                    <a:pt x="771" y="224"/>
                    <a:pt x="754" y="190"/>
                    <a:pt x="733" y="160"/>
                  </a:cubicBezTo>
                  <a:cubicBezTo>
                    <a:pt x="661" y="56"/>
                    <a:pt x="548" y="1"/>
                    <a:pt x="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5600301" y="2674883"/>
              <a:ext cx="47573" cy="30407"/>
            </a:xfrm>
            <a:custGeom>
              <a:avLst/>
              <a:gdLst/>
              <a:ahLst/>
              <a:cxnLst/>
              <a:rect l="l" t="t" r="r" b="b"/>
              <a:pathLst>
                <a:path w="1164" h="744" extrusionOk="0">
                  <a:moveTo>
                    <a:pt x="603" y="1"/>
                  </a:moveTo>
                  <a:cubicBezTo>
                    <a:pt x="555" y="1"/>
                    <a:pt x="507" y="16"/>
                    <a:pt x="473" y="43"/>
                  </a:cubicBezTo>
                  <a:cubicBezTo>
                    <a:pt x="443" y="66"/>
                    <a:pt x="424" y="94"/>
                    <a:pt x="413" y="125"/>
                  </a:cubicBezTo>
                  <a:lnTo>
                    <a:pt x="413" y="125"/>
                  </a:lnTo>
                  <a:cubicBezTo>
                    <a:pt x="348" y="117"/>
                    <a:pt x="283" y="112"/>
                    <a:pt x="217" y="112"/>
                  </a:cubicBezTo>
                  <a:cubicBezTo>
                    <a:pt x="216" y="111"/>
                    <a:pt x="215" y="111"/>
                    <a:pt x="214" y="111"/>
                  </a:cubicBezTo>
                  <a:cubicBezTo>
                    <a:pt x="119" y="111"/>
                    <a:pt x="1" y="170"/>
                    <a:pt x="1" y="282"/>
                  </a:cubicBezTo>
                  <a:cubicBezTo>
                    <a:pt x="0" y="522"/>
                    <a:pt x="187" y="744"/>
                    <a:pt x="420" y="744"/>
                  </a:cubicBezTo>
                  <a:cubicBezTo>
                    <a:pt x="468" y="744"/>
                    <a:pt x="519" y="734"/>
                    <a:pt x="570" y="713"/>
                  </a:cubicBezTo>
                  <a:cubicBezTo>
                    <a:pt x="635" y="687"/>
                    <a:pt x="687" y="647"/>
                    <a:pt x="726" y="599"/>
                  </a:cubicBezTo>
                  <a:lnTo>
                    <a:pt x="726" y="599"/>
                  </a:lnTo>
                  <a:cubicBezTo>
                    <a:pt x="758" y="611"/>
                    <a:pt x="790" y="625"/>
                    <a:pt x="822" y="639"/>
                  </a:cubicBezTo>
                  <a:cubicBezTo>
                    <a:pt x="850" y="651"/>
                    <a:pt x="876" y="657"/>
                    <a:pt x="901" y="657"/>
                  </a:cubicBezTo>
                  <a:cubicBezTo>
                    <a:pt x="1079" y="657"/>
                    <a:pt x="1163" y="366"/>
                    <a:pt x="964" y="277"/>
                  </a:cubicBezTo>
                  <a:cubicBezTo>
                    <a:pt x="912" y="254"/>
                    <a:pt x="859" y="233"/>
                    <a:pt x="806" y="215"/>
                  </a:cubicBezTo>
                  <a:lnTo>
                    <a:pt x="806" y="215"/>
                  </a:lnTo>
                  <a:cubicBezTo>
                    <a:pt x="793" y="165"/>
                    <a:pt x="773" y="116"/>
                    <a:pt x="745" y="71"/>
                  </a:cubicBezTo>
                  <a:cubicBezTo>
                    <a:pt x="715" y="22"/>
                    <a:pt x="659" y="1"/>
                    <a:pt x="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5581991" y="2444453"/>
              <a:ext cx="41565" cy="44385"/>
            </a:xfrm>
            <a:custGeom>
              <a:avLst/>
              <a:gdLst/>
              <a:ahLst/>
              <a:cxnLst/>
              <a:rect l="l" t="t" r="r" b="b"/>
              <a:pathLst>
                <a:path w="1017" h="1086" extrusionOk="0">
                  <a:moveTo>
                    <a:pt x="454" y="700"/>
                  </a:moveTo>
                  <a:lnTo>
                    <a:pt x="454" y="700"/>
                  </a:lnTo>
                  <a:cubicBezTo>
                    <a:pt x="454" y="700"/>
                    <a:pt x="454" y="700"/>
                    <a:pt x="454" y="700"/>
                  </a:cubicBezTo>
                  <a:lnTo>
                    <a:pt x="454" y="700"/>
                  </a:lnTo>
                  <a:cubicBezTo>
                    <a:pt x="454" y="700"/>
                    <a:pt x="454" y="700"/>
                    <a:pt x="454" y="700"/>
                  </a:cubicBezTo>
                  <a:close/>
                  <a:moveTo>
                    <a:pt x="472" y="657"/>
                  </a:moveTo>
                  <a:cubicBezTo>
                    <a:pt x="476" y="667"/>
                    <a:pt x="480" y="677"/>
                    <a:pt x="483" y="686"/>
                  </a:cubicBezTo>
                  <a:cubicBezTo>
                    <a:pt x="485" y="690"/>
                    <a:pt x="486" y="694"/>
                    <a:pt x="487" y="697"/>
                  </a:cubicBezTo>
                  <a:lnTo>
                    <a:pt x="487" y="697"/>
                  </a:lnTo>
                  <a:cubicBezTo>
                    <a:pt x="479" y="700"/>
                    <a:pt x="471" y="702"/>
                    <a:pt x="464" y="702"/>
                  </a:cubicBezTo>
                  <a:cubicBezTo>
                    <a:pt x="460" y="702"/>
                    <a:pt x="457" y="701"/>
                    <a:pt x="454" y="700"/>
                  </a:cubicBezTo>
                  <a:lnTo>
                    <a:pt x="454" y="700"/>
                  </a:lnTo>
                  <a:cubicBezTo>
                    <a:pt x="465" y="705"/>
                    <a:pt x="462" y="711"/>
                    <a:pt x="457" y="711"/>
                  </a:cubicBezTo>
                  <a:cubicBezTo>
                    <a:pt x="453" y="711"/>
                    <a:pt x="447" y="703"/>
                    <a:pt x="462" y="677"/>
                  </a:cubicBezTo>
                  <a:cubicBezTo>
                    <a:pt x="465" y="671"/>
                    <a:pt x="468" y="664"/>
                    <a:pt x="472" y="657"/>
                  </a:cubicBezTo>
                  <a:close/>
                  <a:moveTo>
                    <a:pt x="491" y="710"/>
                  </a:moveTo>
                  <a:cubicBezTo>
                    <a:pt x="491" y="713"/>
                    <a:pt x="492" y="714"/>
                    <a:pt x="492" y="714"/>
                  </a:cubicBezTo>
                  <a:cubicBezTo>
                    <a:pt x="491" y="714"/>
                    <a:pt x="491" y="712"/>
                    <a:pt x="491" y="710"/>
                  </a:cubicBezTo>
                  <a:close/>
                  <a:moveTo>
                    <a:pt x="418" y="0"/>
                  </a:moveTo>
                  <a:cubicBezTo>
                    <a:pt x="370" y="0"/>
                    <a:pt x="322" y="16"/>
                    <a:pt x="288" y="44"/>
                  </a:cubicBezTo>
                  <a:cubicBezTo>
                    <a:pt x="198" y="116"/>
                    <a:pt x="205" y="226"/>
                    <a:pt x="260" y="316"/>
                  </a:cubicBezTo>
                  <a:cubicBezTo>
                    <a:pt x="261" y="318"/>
                    <a:pt x="262" y="320"/>
                    <a:pt x="264" y="322"/>
                  </a:cubicBezTo>
                  <a:lnTo>
                    <a:pt x="264" y="322"/>
                  </a:lnTo>
                  <a:cubicBezTo>
                    <a:pt x="80" y="459"/>
                    <a:pt x="1" y="737"/>
                    <a:pt x="146" y="932"/>
                  </a:cubicBezTo>
                  <a:cubicBezTo>
                    <a:pt x="223" y="1035"/>
                    <a:pt x="345" y="1086"/>
                    <a:pt x="469" y="1086"/>
                  </a:cubicBezTo>
                  <a:cubicBezTo>
                    <a:pt x="593" y="1086"/>
                    <a:pt x="719" y="1034"/>
                    <a:pt x="799" y="932"/>
                  </a:cubicBezTo>
                  <a:cubicBezTo>
                    <a:pt x="801" y="928"/>
                    <a:pt x="804" y="925"/>
                    <a:pt x="807" y="922"/>
                  </a:cubicBezTo>
                  <a:lnTo>
                    <a:pt x="807" y="922"/>
                  </a:lnTo>
                  <a:cubicBezTo>
                    <a:pt x="910" y="916"/>
                    <a:pt x="1016" y="837"/>
                    <a:pt x="1004" y="703"/>
                  </a:cubicBezTo>
                  <a:cubicBezTo>
                    <a:pt x="987" y="520"/>
                    <a:pt x="864" y="355"/>
                    <a:pt x="701" y="280"/>
                  </a:cubicBezTo>
                  <a:lnTo>
                    <a:pt x="701" y="280"/>
                  </a:lnTo>
                  <a:cubicBezTo>
                    <a:pt x="652" y="205"/>
                    <a:pt x="601" y="134"/>
                    <a:pt x="561" y="71"/>
                  </a:cubicBezTo>
                  <a:cubicBezTo>
                    <a:pt x="531" y="22"/>
                    <a:pt x="475" y="0"/>
                    <a:pt x="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5658992" y="2550472"/>
              <a:ext cx="35353" cy="49453"/>
            </a:xfrm>
            <a:custGeom>
              <a:avLst/>
              <a:gdLst/>
              <a:ahLst/>
              <a:cxnLst/>
              <a:rect l="l" t="t" r="r" b="b"/>
              <a:pathLst>
                <a:path w="865" h="1210" extrusionOk="0">
                  <a:moveTo>
                    <a:pt x="308" y="0"/>
                  </a:moveTo>
                  <a:cubicBezTo>
                    <a:pt x="283" y="0"/>
                    <a:pt x="257" y="6"/>
                    <a:pt x="230" y="17"/>
                  </a:cubicBezTo>
                  <a:cubicBezTo>
                    <a:pt x="143" y="55"/>
                    <a:pt x="78" y="184"/>
                    <a:pt x="133" y="273"/>
                  </a:cubicBezTo>
                  <a:cubicBezTo>
                    <a:pt x="174" y="340"/>
                    <a:pt x="208" y="407"/>
                    <a:pt x="235" y="477"/>
                  </a:cubicBezTo>
                  <a:lnTo>
                    <a:pt x="235" y="477"/>
                  </a:lnTo>
                  <a:cubicBezTo>
                    <a:pt x="219" y="488"/>
                    <a:pt x="205" y="502"/>
                    <a:pt x="194" y="518"/>
                  </a:cubicBezTo>
                  <a:cubicBezTo>
                    <a:pt x="87" y="664"/>
                    <a:pt x="0" y="842"/>
                    <a:pt x="87" y="1021"/>
                  </a:cubicBezTo>
                  <a:cubicBezTo>
                    <a:pt x="141" y="1133"/>
                    <a:pt x="264" y="1210"/>
                    <a:pt x="387" y="1210"/>
                  </a:cubicBezTo>
                  <a:cubicBezTo>
                    <a:pt x="427" y="1210"/>
                    <a:pt x="466" y="1202"/>
                    <a:pt x="503" y="1185"/>
                  </a:cubicBezTo>
                  <a:cubicBezTo>
                    <a:pt x="541" y="1168"/>
                    <a:pt x="571" y="1145"/>
                    <a:pt x="595" y="1117"/>
                  </a:cubicBezTo>
                  <a:lnTo>
                    <a:pt x="595" y="1117"/>
                  </a:lnTo>
                  <a:cubicBezTo>
                    <a:pt x="611" y="1121"/>
                    <a:pt x="628" y="1123"/>
                    <a:pt x="644" y="1123"/>
                  </a:cubicBezTo>
                  <a:cubicBezTo>
                    <a:pt x="752" y="1123"/>
                    <a:pt x="864" y="1043"/>
                    <a:pt x="845" y="904"/>
                  </a:cubicBezTo>
                  <a:cubicBezTo>
                    <a:pt x="825" y="766"/>
                    <a:pt x="758" y="648"/>
                    <a:pt x="659" y="565"/>
                  </a:cubicBezTo>
                  <a:lnTo>
                    <a:pt x="659" y="565"/>
                  </a:lnTo>
                  <a:cubicBezTo>
                    <a:pt x="631" y="406"/>
                    <a:pt x="572" y="253"/>
                    <a:pt x="487" y="114"/>
                  </a:cubicBezTo>
                  <a:cubicBezTo>
                    <a:pt x="446" y="47"/>
                    <a:pt x="381" y="0"/>
                    <a:pt x="3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5608189" y="2386661"/>
              <a:ext cx="27914" cy="38418"/>
            </a:xfrm>
            <a:custGeom>
              <a:avLst/>
              <a:gdLst/>
              <a:ahLst/>
              <a:cxnLst/>
              <a:rect l="l" t="t" r="r" b="b"/>
              <a:pathLst>
                <a:path w="683" h="940" extrusionOk="0">
                  <a:moveTo>
                    <a:pt x="200" y="1"/>
                  </a:moveTo>
                  <a:cubicBezTo>
                    <a:pt x="81" y="1"/>
                    <a:pt x="1" y="110"/>
                    <a:pt x="11" y="224"/>
                  </a:cubicBezTo>
                  <a:cubicBezTo>
                    <a:pt x="30" y="439"/>
                    <a:pt x="96" y="645"/>
                    <a:pt x="206" y="830"/>
                  </a:cubicBezTo>
                  <a:cubicBezTo>
                    <a:pt x="249" y="902"/>
                    <a:pt x="319" y="939"/>
                    <a:pt x="387" y="939"/>
                  </a:cubicBezTo>
                  <a:cubicBezTo>
                    <a:pt x="457" y="939"/>
                    <a:pt x="525" y="901"/>
                    <a:pt x="564" y="821"/>
                  </a:cubicBezTo>
                  <a:cubicBezTo>
                    <a:pt x="602" y="740"/>
                    <a:pt x="625" y="657"/>
                    <a:pt x="634" y="573"/>
                  </a:cubicBezTo>
                  <a:lnTo>
                    <a:pt x="634" y="573"/>
                  </a:lnTo>
                  <a:cubicBezTo>
                    <a:pt x="666" y="536"/>
                    <a:pt x="682" y="485"/>
                    <a:pt x="670" y="422"/>
                  </a:cubicBezTo>
                  <a:cubicBezTo>
                    <a:pt x="657" y="355"/>
                    <a:pt x="633" y="294"/>
                    <a:pt x="599" y="240"/>
                  </a:cubicBezTo>
                  <a:lnTo>
                    <a:pt x="599" y="240"/>
                  </a:lnTo>
                  <a:cubicBezTo>
                    <a:pt x="596" y="230"/>
                    <a:pt x="593" y="219"/>
                    <a:pt x="590" y="209"/>
                  </a:cubicBezTo>
                  <a:cubicBezTo>
                    <a:pt x="573" y="158"/>
                    <a:pt x="530" y="124"/>
                    <a:pt x="481" y="107"/>
                  </a:cubicBezTo>
                  <a:lnTo>
                    <a:pt x="481" y="107"/>
                  </a:lnTo>
                  <a:cubicBezTo>
                    <a:pt x="410" y="51"/>
                    <a:pt x="323" y="14"/>
                    <a:pt x="225" y="2"/>
                  </a:cubicBezTo>
                  <a:cubicBezTo>
                    <a:pt x="217" y="1"/>
                    <a:pt x="208" y="1"/>
                    <a:pt x="2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5402649" y="2068931"/>
              <a:ext cx="37805" cy="33227"/>
            </a:xfrm>
            <a:custGeom>
              <a:avLst/>
              <a:gdLst/>
              <a:ahLst/>
              <a:cxnLst/>
              <a:rect l="l" t="t" r="r" b="b"/>
              <a:pathLst>
                <a:path w="925" h="813" extrusionOk="0">
                  <a:moveTo>
                    <a:pt x="423" y="406"/>
                  </a:moveTo>
                  <a:lnTo>
                    <a:pt x="423" y="406"/>
                  </a:lnTo>
                  <a:cubicBezTo>
                    <a:pt x="423" y="406"/>
                    <a:pt x="424" y="406"/>
                    <a:pt x="424" y="406"/>
                  </a:cubicBezTo>
                  <a:lnTo>
                    <a:pt x="424" y="406"/>
                  </a:lnTo>
                  <a:cubicBezTo>
                    <a:pt x="424" y="407"/>
                    <a:pt x="424" y="407"/>
                    <a:pt x="424" y="407"/>
                  </a:cubicBezTo>
                  <a:cubicBezTo>
                    <a:pt x="425" y="407"/>
                    <a:pt x="425" y="407"/>
                    <a:pt x="425" y="406"/>
                  </a:cubicBezTo>
                  <a:lnTo>
                    <a:pt x="425" y="406"/>
                  </a:lnTo>
                  <a:cubicBezTo>
                    <a:pt x="432" y="407"/>
                    <a:pt x="439" y="409"/>
                    <a:pt x="445" y="411"/>
                  </a:cubicBezTo>
                  <a:lnTo>
                    <a:pt x="445" y="411"/>
                  </a:lnTo>
                  <a:cubicBezTo>
                    <a:pt x="443" y="414"/>
                    <a:pt x="441" y="418"/>
                    <a:pt x="440" y="422"/>
                  </a:cubicBezTo>
                  <a:lnTo>
                    <a:pt x="440" y="422"/>
                  </a:lnTo>
                  <a:cubicBezTo>
                    <a:pt x="435" y="419"/>
                    <a:pt x="433" y="417"/>
                    <a:pt x="433" y="417"/>
                  </a:cubicBezTo>
                  <a:lnTo>
                    <a:pt x="433" y="417"/>
                  </a:lnTo>
                  <a:cubicBezTo>
                    <a:pt x="433" y="417"/>
                    <a:pt x="433" y="417"/>
                    <a:pt x="433" y="418"/>
                  </a:cubicBezTo>
                  <a:lnTo>
                    <a:pt x="433" y="418"/>
                  </a:lnTo>
                  <a:cubicBezTo>
                    <a:pt x="429" y="414"/>
                    <a:pt x="426" y="410"/>
                    <a:pt x="423" y="406"/>
                  </a:cubicBezTo>
                  <a:close/>
                  <a:moveTo>
                    <a:pt x="539" y="0"/>
                  </a:moveTo>
                  <a:cubicBezTo>
                    <a:pt x="510" y="0"/>
                    <a:pt x="481" y="7"/>
                    <a:pt x="455" y="20"/>
                  </a:cubicBezTo>
                  <a:lnTo>
                    <a:pt x="455" y="20"/>
                  </a:lnTo>
                  <a:cubicBezTo>
                    <a:pt x="438" y="18"/>
                    <a:pt x="421" y="17"/>
                    <a:pt x="404" y="17"/>
                  </a:cubicBezTo>
                  <a:cubicBezTo>
                    <a:pt x="387" y="17"/>
                    <a:pt x="370" y="18"/>
                    <a:pt x="352" y="20"/>
                  </a:cubicBezTo>
                  <a:cubicBezTo>
                    <a:pt x="209" y="35"/>
                    <a:pt x="80" y="115"/>
                    <a:pt x="38" y="258"/>
                  </a:cubicBezTo>
                  <a:cubicBezTo>
                    <a:pt x="1" y="386"/>
                    <a:pt x="31" y="518"/>
                    <a:pt x="105" y="628"/>
                  </a:cubicBezTo>
                  <a:cubicBezTo>
                    <a:pt x="186" y="747"/>
                    <a:pt x="319" y="812"/>
                    <a:pt x="451" y="812"/>
                  </a:cubicBezTo>
                  <a:cubicBezTo>
                    <a:pt x="558" y="812"/>
                    <a:pt x="665" y="768"/>
                    <a:pt x="741" y="674"/>
                  </a:cubicBezTo>
                  <a:lnTo>
                    <a:pt x="741" y="674"/>
                  </a:lnTo>
                  <a:cubicBezTo>
                    <a:pt x="745" y="674"/>
                    <a:pt x="749" y="673"/>
                    <a:pt x="752" y="673"/>
                  </a:cubicBezTo>
                  <a:cubicBezTo>
                    <a:pt x="862" y="656"/>
                    <a:pt x="925" y="557"/>
                    <a:pt x="915" y="451"/>
                  </a:cubicBezTo>
                  <a:cubicBezTo>
                    <a:pt x="905" y="353"/>
                    <a:pt x="863" y="265"/>
                    <a:pt x="800" y="195"/>
                  </a:cubicBezTo>
                  <a:lnTo>
                    <a:pt x="800" y="195"/>
                  </a:lnTo>
                  <a:cubicBezTo>
                    <a:pt x="770" y="130"/>
                    <a:pt x="723" y="74"/>
                    <a:pt x="658" y="35"/>
                  </a:cubicBezTo>
                  <a:cubicBezTo>
                    <a:pt x="621" y="12"/>
                    <a:pt x="580" y="0"/>
                    <a:pt x="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5511611" y="2131504"/>
              <a:ext cx="40993" cy="30489"/>
            </a:xfrm>
            <a:custGeom>
              <a:avLst/>
              <a:gdLst/>
              <a:ahLst/>
              <a:cxnLst/>
              <a:rect l="l" t="t" r="r" b="b"/>
              <a:pathLst>
                <a:path w="1003" h="746" extrusionOk="0">
                  <a:moveTo>
                    <a:pt x="610" y="1"/>
                  </a:moveTo>
                  <a:cubicBezTo>
                    <a:pt x="535" y="1"/>
                    <a:pt x="481" y="39"/>
                    <a:pt x="450" y="92"/>
                  </a:cubicBezTo>
                  <a:lnTo>
                    <a:pt x="450" y="92"/>
                  </a:lnTo>
                  <a:cubicBezTo>
                    <a:pt x="384" y="78"/>
                    <a:pt x="316" y="69"/>
                    <a:pt x="246" y="65"/>
                  </a:cubicBezTo>
                  <a:cubicBezTo>
                    <a:pt x="241" y="65"/>
                    <a:pt x="237" y="65"/>
                    <a:pt x="232" y="65"/>
                  </a:cubicBezTo>
                  <a:cubicBezTo>
                    <a:pt x="84" y="65"/>
                    <a:pt x="1" y="200"/>
                    <a:pt x="48" y="338"/>
                  </a:cubicBezTo>
                  <a:cubicBezTo>
                    <a:pt x="118" y="544"/>
                    <a:pt x="334" y="746"/>
                    <a:pt x="552" y="746"/>
                  </a:cubicBezTo>
                  <a:cubicBezTo>
                    <a:pt x="634" y="746"/>
                    <a:pt x="716" y="718"/>
                    <a:pt x="791" y="651"/>
                  </a:cubicBezTo>
                  <a:cubicBezTo>
                    <a:pt x="803" y="640"/>
                    <a:pt x="815" y="628"/>
                    <a:pt x="826" y="615"/>
                  </a:cubicBezTo>
                  <a:lnTo>
                    <a:pt x="826" y="615"/>
                  </a:lnTo>
                  <a:cubicBezTo>
                    <a:pt x="872" y="608"/>
                    <a:pt x="915" y="585"/>
                    <a:pt x="947" y="541"/>
                  </a:cubicBezTo>
                  <a:cubicBezTo>
                    <a:pt x="1002" y="466"/>
                    <a:pt x="997" y="330"/>
                    <a:pt x="913" y="275"/>
                  </a:cubicBezTo>
                  <a:lnTo>
                    <a:pt x="913" y="275"/>
                  </a:lnTo>
                  <a:cubicBezTo>
                    <a:pt x="889" y="136"/>
                    <a:pt x="795" y="17"/>
                    <a:pt x="632" y="2"/>
                  </a:cubicBezTo>
                  <a:cubicBezTo>
                    <a:pt x="624" y="1"/>
                    <a:pt x="617" y="1"/>
                    <a:pt x="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5575983" y="2124965"/>
              <a:ext cx="40298" cy="37151"/>
            </a:xfrm>
            <a:custGeom>
              <a:avLst/>
              <a:gdLst/>
              <a:ahLst/>
              <a:cxnLst/>
              <a:rect l="l" t="t" r="r" b="b"/>
              <a:pathLst>
                <a:path w="986" h="909" extrusionOk="0">
                  <a:moveTo>
                    <a:pt x="492" y="0"/>
                  </a:moveTo>
                  <a:cubicBezTo>
                    <a:pt x="442" y="0"/>
                    <a:pt x="392" y="8"/>
                    <a:pt x="344" y="24"/>
                  </a:cubicBezTo>
                  <a:cubicBezTo>
                    <a:pt x="118" y="102"/>
                    <a:pt x="0" y="357"/>
                    <a:pt x="51" y="583"/>
                  </a:cubicBezTo>
                  <a:cubicBezTo>
                    <a:pt x="93" y="766"/>
                    <a:pt x="256" y="909"/>
                    <a:pt x="427" y="909"/>
                  </a:cubicBezTo>
                  <a:cubicBezTo>
                    <a:pt x="501" y="909"/>
                    <a:pt x="576" y="882"/>
                    <a:pt x="644" y="821"/>
                  </a:cubicBezTo>
                  <a:cubicBezTo>
                    <a:pt x="721" y="751"/>
                    <a:pt x="759" y="672"/>
                    <a:pt x="768" y="590"/>
                  </a:cubicBezTo>
                  <a:lnTo>
                    <a:pt x="768" y="590"/>
                  </a:lnTo>
                  <a:cubicBezTo>
                    <a:pt x="771" y="590"/>
                    <a:pt x="775" y="590"/>
                    <a:pt x="778" y="590"/>
                  </a:cubicBezTo>
                  <a:cubicBezTo>
                    <a:pt x="805" y="590"/>
                    <a:pt x="832" y="585"/>
                    <a:pt x="856" y="574"/>
                  </a:cubicBezTo>
                  <a:cubicBezTo>
                    <a:pt x="960" y="527"/>
                    <a:pt x="985" y="418"/>
                    <a:pt x="953" y="317"/>
                  </a:cubicBezTo>
                  <a:lnTo>
                    <a:pt x="953" y="317"/>
                  </a:lnTo>
                  <a:lnTo>
                    <a:pt x="953" y="319"/>
                  </a:lnTo>
                  <a:cubicBezTo>
                    <a:pt x="890" y="123"/>
                    <a:pt x="691" y="0"/>
                    <a:pt x="4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5380211" y="2005090"/>
              <a:ext cx="55665" cy="32614"/>
            </a:xfrm>
            <a:custGeom>
              <a:avLst/>
              <a:gdLst/>
              <a:ahLst/>
              <a:cxnLst/>
              <a:rect l="l" t="t" r="r" b="b"/>
              <a:pathLst>
                <a:path w="1362" h="798" extrusionOk="0">
                  <a:moveTo>
                    <a:pt x="197" y="1"/>
                  </a:moveTo>
                  <a:cubicBezTo>
                    <a:pt x="74" y="1"/>
                    <a:pt x="1" y="106"/>
                    <a:pt x="5" y="225"/>
                  </a:cubicBezTo>
                  <a:cubicBezTo>
                    <a:pt x="20" y="542"/>
                    <a:pt x="313" y="797"/>
                    <a:pt x="622" y="797"/>
                  </a:cubicBezTo>
                  <a:cubicBezTo>
                    <a:pt x="669" y="797"/>
                    <a:pt x="717" y="791"/>
                    <a:pt x="764" y="778"/>
                  </a:cubicBezTo>
                  <a:cubicBezTo>
                    <a:pt x="813" y="765"/>
                    <a:pt x="863" y="734"/>
                    <a:pt x="895" y="692"/>
                  </a:cubicBezTo>
                  <a:lnTo>
                    <a:pt x="895" y="692"/>
                  </a:lnTo>
                  <a:cubicBezTo>
                    <a:pt x="905" y="701"/>
                    <a:pt x="915" y="710"/>
                    <a:pt x="924" y="719"/>
                  </a:cubicBezTo>
                  <a:cubicBezTo>
                    <a:pt x="966" y="759"/>
                    <a:pt x="1016" y="776"/>
                    <a:pt x="1065" y="776"/>
                  </a:cubicBezTo>
                  <a:cubicBezTo>
                    <a:pt x="1219" y="776"/>
                    <a:pt x="1362" y="604"/>
                    <a:pt x="1225" y="473"/>
                  </a:cubicBezTo>
                  <a:cubicBezTo>
                    <a:pt x="1077" y="332"/>
                    <a:pt x="913" y="219"/>
                    <a:pt x="735" y="138"/>
                  </a:cubicBezTo>
                  <a:lnTo>
                    <a:pt x="735" y="138"/>
                  </a:lnTo>
                  <a:cubicBezTo>
                    <a:pt x="722" y="121"/>
                    <a:pt x="710" y="104"/>
                    <a:pt x="696" y="86"/>
                  </a:cubicBezTo>
                  <a:cubicBezTo>
                    <a:pt x="656" y="35"/>
                    <a:pt x="606" y="14"/>
                    <a:pt x="557" y="14"/>
                  </a:cubicBezTo>
                  <a:cubicBezTo>
                    <a:pt x="522" y="14"/>
                    <a:pt x="488" y="24"/>
                    <a:pt x="458" y="42"/>
                  </a:cubicBezTo>
                  <a:lnTo>
                    <a:pt x="458" y="42"/>
                  </a:lnTo>
                  <a:cubicBezTo>
                    <a:pt x="380" y="23"/>
                    <a:pt x="301" y="10"/>
                    <a:pt x="219" y="2"/>
                  </a:cubicBezTo>
                  <a:cubicBezTo>
                    <a:pt x="212" y="1"/>
                    <a:pt x="204" y="1"/>
                    <a:pt x="1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5209902" y="1924288"/>
              <a:ext cx="40666" cy="33636"/>
            </a:xfrm>
            <a:custGeom>
              <a:avLst/>
              <a:gdLst/>
              <a:ahLst/>
              <a:cxnLst/>
              <a:rect l="l" t="t" r="r" b="b"/>
              <a:pathLst>
                <a:path w="995" h="823" extrusionOk="0">
                  <a:moveTo>
                    <a:pt x="420" y="386"/>
                  </a:moveTo>
                  <a:cubicBezTo>
                    <a:pt x="422" y="386"/>
                    <a:pt x="423" y="388"/>
                    <a:pt x="434" y="392"/>
                  </a:cubicBezTo>
                  <a:cubicBezTo>
                    <a:pt x="438" y="393"/>
                    <a:pt x="442" y="394"/>
                    <a:pt x="446" y="395"/>
                  </a:cubicBezTo>
                  <a:lnTo>
                    <a:pt x="446" y="395"/>
                  </a:lnTo>
                  <a:cubicBezTo>
                    <a:pt x="445" y="400"/>
                    <a:pt x="444" y="404"/>
                    <a:pt x="443" y="409"/>
                  </a:cubicBezTo>
                  <a:cubicBezTo>
                    <a:pt x="442" y="420"/>
                    <a:pt x="420" y="426"/>
                    <a:pt x="411" y="436"/>
                  </a:cubicBezTo>
                  <a:cubicBezTo>
                    <a:pt x="408" y="440"/>
                    <a:pt x="397" y="437"/>
                    <a:pt x="396" y="440"/>
                  </a:cubicBezTo>
                  <a:lnTo>
                    <a:pt x="396" y="440"/>
                  </a:lnTo>
                  <a:cubicBezTo>
                    <a:pt x="391" y="429"/>
                    <a:pt x="399" y="417"/>
                    <a:pt x="400" y="401"/>
                  </a:cubicBezTo>
                  <a:lnTo>
                    <a:pt x="400" y="401"/>
                  </a:lnTo>
                  <a:cubicBezTo>
                    <a:pt x="400" y="404"/>
                    <a:pt x="401" y="405"/>
                    <a:pt x="402" y="405"/>
                  </a:cubicBezTo>
                  <a:cubicBezTo>
                    <a:pt x="406" y="405"/>
                    <a:pt x="416" y="391"/>
                    <a:pt x="406" y="391"/>
                  </a:cubicBezTo>
                  <a:lnTo>
                    <a:pt x="406" y="391"/>
                  </a:lnTo>
                  <a:cubicBezTo>
                    <a:pt x="405" y="391"/>
                    <a:pt x="404" y="391"/>
                    <a:pt x="403" y="391"/>
                  </a:cubicBezTo>
                  <a:lnTo>
                    <a:pt x="403" y="391"/>
                  </a:lnTo>
                  <a:cubicBezTo>
                    <a:pt x="416" y="388"/>
                    <a:pt x="418" y="386"/>
                    <a:pt x="420" y="386"/>
                  </a:cubicBezTo>
                  <a:close/>
                  <a:moveTo>
                    <a:pt x="403" y="451"/>
                  </a:moveTo>
                  <a:cubicBezTo>
                    <a:pt x="404" y="451"/>
                    <a:pt x="404" y="451"/>
                    <a:pt x="404" y="451"/>
                  </a:cubicBezTo>
                  <a:cubicBezTo>
                    <a:pt x="404" y="451"/>
                    <a:pt x="404" y="451"/>
                    <a:pt x="403" y="451"/>
                  </a:cubicBezTo>
                  <a:close/>
                  <a:moveTo>
                    <a:pt x="419" y="0"/>
                  </a:moveTo>
                  <a:cubicBezTo>
                    <a:pt x="199" y="0"/>
                    <a:pt x="20" y="180"/>
                    <a:pt x="11" y="401"/>
                  </a:cubicBezTo>
                  <a:cubicBezTo>
                    <a:pt x="0" y="619"/>
                    <a:pt x="154" y="811"/>
                    <a:pt x="378" y="822"/>
                  </a:cubicBezTo>
                  <a:cubicBezTo>
                    <a:pt x="385" y="823"/>
                    <a:pt x="391" y="823"/>
                    <a:pt x="398" y="823"/>
                  </a:cubicBezTo>
                  <a:cubicBezTo>
                    <a:pt x="530" y="823"/>
                    <a:pt x="653" y="763"/>
                    <a:pt x="734" y="666"/>
                  </a:cubicBezTo>
                  <a:lnTo>
                    <a:pt x="734" y="666"/>
                  </a:lnTo>
                  <a:cubicBezTo>
                    <a:pt x="745" y="668"/>
                    <a:pt x="756" y="669"/>
                    <a:pt x="768" y="669"/>
                  </a:cubicBezTo>
                  <a:cubicBezTo>
                    <a:pt x="793" y="669"/>
                    <a:pt x="819" y="664"/>
                    <a:pt x="845" y="652"/>
                  </a:cubicBezTo>
                  <a:cubicBezTo>
                    <a:pt x="934" y="613"/>
                    <a:pt x="995" y="486"/>
                    <a:pt x="943" y="395"/>
                  </a:cubicBezTo>
                  <a:cubicBezTo>
                    <a:pt x="836" y="208"/>
                    <a:pt x="673" y="12"/>
                    <a:pt x="439" y="1"/>
                  </a:cubicBezTo>
                  <a:cubicBezTo>
                    <a:pt x="432" y="0"/>
                    <a:pt x="426" y="0"/>
                    <a:pt x="4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5290908" y="1879371"/>
              <a:ext cx="50393" cy="35720"/>
            </a:xfrm>
            <a:custGeom>
              <a:avLst/>
              <a:gdLst/>
              <a:ahLst/>
              <a:cxnLst/>
              <a:rect l="l" t="t" r="r" b="b"/>
              <a:pathLst>
                <a:path w="1233" h="874" extrusionOk="0">
                  <a:moveTo>
                    <a:pt x="485" y="389"/>
                  </a:moveTo>
                  <a:cubicBezTo>
                    <a:pt x="488" y="401"/>
                    <a:pt x="491" y="414"/>
                    <a:pt x="496" y="427"/>
                  </a:cubicBezTo>
                  <a:cubicBezTo>
                    <a:pt x="510" y="463"/>
                    <a:pt x="488" y="479"/>
                    <a:pt x="466" y="479"/>
                  </a:cubicBezTo>
                  <a:cubicBezTo>
                    <a:pt x="439" y="479"/>
                    <a:pt x="412" y="454"/>
                    <a:pt x="452" y="412"/>
                  </a:cubicBezTo>
                  <a:cubicBezTo>
                    <a:pt x="462" y="402"/>
                    <a:pt x="473" y="394"/>
                    <a:pt x="485" y="389"/>
                  </a:cubicBezTo>
                  <a:close/>
                  <a:moveTo>
                    <a:pt x="536" y="0"/>
                  </a:moveTo>
                  <a:cubicBezTo>
                    <a:pt x="497" y="0"/>
                    <a:pt x="459" y="4"/>
                    <a:pt x="419" y="13"/>
                  </a:cubicBezTo>
                  <a:cubicBezTo>
                    <a:pt x="181" y="65"/>
                    <a:pt x="0" y="281"/>
                    <a:pt x="53" y="529"/>
                  </a:cubicBezTo>
                  <a:cubicBezTo>
                    <a:pt x="94" y="725"/>
                    <a:pt x="275" y="873"/>
                    <a:pt x="470" y="873"/>
                  </a:cubicBezTo>
                  <a:cubicBezTo>
                    <a:pt x="505" y="873"/>
                    <a:pt x="540" y="868"/>
                    <a:pt x="575" y="858"/>
                  </a:cubicBezTo>
                  <a:cubicBezTo>
                    <a:pt x="723" y="816"/>
                    <a:pt x="822" y="703"/>
                    <a:pt x="862" y="570"/>
                  </a:cubicBezTo>
                  <a:lnTo>
                    <a:pt x="862" y="570"/>
                  </a:lnTo>
                  <a:cubicBezTo>
                    <a:pt x="896" y="596"/>
                    <a:pt x="931" y="608"/>
                    <a:pt x="965" y="608"/>
                  </a:cubicBezTo>
                  <a:cubicBezTo>
                    <a:pt x="1115" y="608"/>
                    <a:pt x="1232" y="379"/>
                    <a:pt x="1081" y="249"/>
                  </a:cubicBezTo>
                  <a:cubicBezTo>
                    <a:pt x="926" y="116"/>
                    <a:pt x="741" y="0"/>
                    <a:pt x="5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5197028" y="1849822"/>
              <a:ext cx="43322" cy="31838"/>
            </a:xfrm>
            <a:custGeom>
              <a:avLst/>
              <a:gdLst/>
              <a:ahLst/>
              <a:cxnLst/>
              <a:rect l="l" t="t" r="r" b="b"/>
              <a:pathLst>
                <a:path w="1060" h="779" extrusionOk="0">
                  <a:moveTo>
                    <a:pt x="588" y="395"/>
                  </a:moveTo>
                  <a:lnTo>
                    <a:pt x="588" y="395"/>
                  </a:lnTo>
                  <a:cubicBezTo>
                    <a:pt x="588" y="395"/>
                    <a:pt x="588" y="395"/>
                    <a:pt x="588" y="395"/>
                  </a:cubicBezTo>
                  <a:lnTo>
                    <a:pt x="588" y="395"/>
                  </a:lnTo>
                  <a:cubicBezTo>
                    <a:pt x="587" y="395"/>
                    <a:pt x="587" y="395"/>
                    <a:pt x="587" y="395"/>
                  </a:cubicBezTo>
                  <a:lnTo>
                    <a:pt x="587" y="395"/>
                  </a:lnTo>
                  <a:cubicBezTo>
                    <a:pt x="587" y="395"/>
                    <a:pt x="588" y="395"/>
                    <a:pt x="588" y="395"/>
                  </a:cubicBezTo>
                  <a:close/>
                  <a:moveTo>
                    <a:pt x="660" y="0"/>
                  </a:moveTo>
                  <a:cubicBezTo>
                    <a:pt x="591" y="0"/>
                    <a:pt x="539" y="33"/>
                    <a:pt x="507" y="78"/>
                  </a:cubicBezTo>
                  <a:lnTo>
                    <a:pt x="507" y="78"/>
                  </a:lnTo>
                  <a:cubicBezTo>
                    <a:pt x="472" y="71"/>
                    <a:pt x="436" y="67"/>
                    <a:pt x="401" y="67"/>
                  </a:cubicBezTo>
                  <a:cubicBezTo>
                    <a:pt x="295" y="67"/>
                    <a:pt x="189" y="100"/>
                    <a:pt x="93" y="166"/>
                  </a:cubicBezTo>
                  <a:cubicBezTo>
                    <a:pt x="27" y="211"/>
                    <a:pt x="1" y="326"/>
                    <a:pt x="39" y="396"/>
                  </a:cubicBezTo>
                  <a:cubicBezTo>
                    <a:pt x="120" y="548"/>
                    <a:pt x="242" y="686"/>
                    <a:pt x="408" y="748"/>
                  </a:cubicBezTo>
                  <a:cubicBezTo>
                    <a:pt x="463" y="768"/>
                    <a:pt x="521" y="779"/>
                    <a:pt x="578" y="779"/>
                  </a:cubicBezTo>
                  <a:cubicBezTo>
                    <a:pt x="692" y="779"/>
                    <a:pt x="804" y="737"/>
                    <a:pt x="881" y="646"/>
                  </a:cubicBezTo>
                  <a:cubicBezTo>
                    <a:pt x="1059" y="436"/>
                    <a:pt x="996" y="22"/>
                    <a:pt x="676" y="1"/>
                  </a:cubicBezTo>
                  <a:cubicBezTo>
                    <a:pt x="671" y="1"/>
                    <a:pt x="666" y="0"/>
                    <a:pt x="6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5106785" y="1836375"/>
              <a:ext cx="49739" cy="29018"/>
            </a:xfrm>
            <a:custGeom>
              <a:avLst/>
              <a:gdLst/>
              <a:ahLst/>
              <a:cxnLst/>
              <a:rect l="l" t="t" r="r" b="b"/>
              <a:pathLst>
                <a:path w="1217" h="710" extrusionOk="0">
                  <a:moveTo>
                    <a:pt x="472" y="1"/>
                  </a:moveTo>
                  <a:cubicBezTo>
                    <a:pt x="342" y="1"/>
                    <a:pt x="216" y="44"/>
                    <a:pt x="103" y="126"/>
                  </a:cubicBezTo>
                  <a:cubicBezTo>
                    <a:pt x="1" y="198"/>
                    <a:pt x="14" y="364"/>
                    <a:pt x="111" y="433"/>
                  </a:cubicBezTo>
                  <a:cubicBezTo>
                    <a:pt x="358" y="608"/>
                    <a:pt x="649" y="709"/>
                    <a:pt x="953" y="710"/>
                  </a:cubicBezTo>
                  <a:cubicBezTo>
                    <a:pt x="1034" y="710"/>
                    <a:pt x="1130" y="675"/>
                    <a:pt x="1156" y="588"/>
                  </a:cubicBezTo>
                  <a:cubicBezTo>
                    <a:pt x="1217" y="383"/>
                    <a:pt x="1158" y="156"/>
                    <a:pt x="963" y="45"/>
                  </a:cubicBezTo>
                  <a:cubicBezTo>
                    <a:pt x="925" y="23"/>
                    <a:pt x="884" y="11"/>
                    <a:pt x="844" y="11"/>
                  </a:cubicBezTo>
                  <a:cubicBezTo>
                    <a:pt x="800" y="11"/>
                    <a:pt x="757" y="25"/>
                    <a:pt x="722" y="56"/>
                  </a:cubicBezTo>
                  <a:lnTo>
                    <a:pt x="722" y="56"/>
                  </a:lnTo>
                  <a:cubicBezTo>
                    <a:pt x="715" y="52"/>
                    <a:pt x="708" y="49"/>
                    <a:pt x="701" y="46"/>
                  </a:cubicBezTo>
                  <a:cubicBezTo>
                    <a:pt x="624" y="16"/>
                    <a:pt x="547" y="1"/>
                    <a:pt x="4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5370974" y="1867192"/>
              <a:ext cx="44589" cy="30244"/>
            </a:xfrm>
            <a:custGeom>
              <a:avLst/>
              <a:gdLst/>
              <a:ahLst/>
              <a:cxnLst/>
              <a:rect l="l" t="t" r="r" b="b"/>
              <a:pathLst>
                <a:path w="1091" h="740" extrusionOk="0">
                  <a:moveTo>
                    <a:pt x="444" y="397"/>
                  </a:moveTo>
                  <a:cubicBezTo>
                    <a:pt x="444" y="397"/>
                    <a:pt x="444" y="397"/>
                    <a:pt x="444" y="397"/>
                  </a:cubicBezTo>
                  <a:cubicBezTo>
                    <a:pt x="444" y="397"/>
                    <a:pt x="444" y="397"/>
                    <a:pt x="444" y="397"/>
                  </a:cubicBezTo>
                  <a:close/>
                  <a:moveTo>
                    <a:pt x="429" y="403"/>
                  </a:moveTo>
                  <a:cubicBezTo>
                    <a:pt x="429" y="403"/>
                    <a:pt x="429" y="403"/>
                    <a:pt x="428" y="403"/>
                  </a:cubicBezTo>
                  <a:cubicBezTo>
                    <a:pt x="429" y="403"/>
                    <a:pt x="429" y="403"/>
                    <a:pt x="429" y="403"/>
                  </a:cubicBezTo>
                  <a:close/>
                  <a:moveTo>
                    <a:pt x="505" y="1"/>
                  </a:moveTo>
                  <a:cubicBezTo>
                    <a:pt x="478" y="1"/>
                    <a:pt x="450" y="3"/>
                    <a:pt x="421" y="9"/>
                  </a:cubicBezTo>
                  <a:cubicBezTo>
                    <a:pt x="143" y="62"/>
                    <a:pt x="0" y="368"/>
                    <a:pt x="185" y="598"/>
                  </a:cubicBezTo>
                  <a:cubicBezTo>
                    <a:pt x="260" y="691"/>
                    <a:pt x="374" y="740"/>
                    <a:pt x="485" y="740"/>
                  </a:cubicBezTo>
                  <a:cubicBezTo>
                    <a:pt x="580" y="740"/>
                    <a:pt x="673" y="704"/>
                    <a:pt x="737" y="629"/>
                  </a:cubicBezTo>
                  <a:lnTo>
                    <a:pt x="737" y="629"/>
                  </a:lnTo>
                  <a:cubicBezTo>
                    <a:pt x="773" y="659"/>
                    <a:pt x="816" y="678"/>
                    <a:pt x="863" y="678"/>
                  </a:cubicBezTo>
                  <a:cubicBezTo>
                    <a:pt x="888" y="678"/>
                    <a:pt x="914" y="672"/>
                    <a:pt x="940" y="660"/>
                  </a:cubicBezTo>
                  <a:cubicBezTo>
                    <a:pt x="1028" y="621"/>
                    <a:pt x="1090" y="495"/>
                    <a:pt x="1037" y="404"/>
                  </a:cubicBezTo>
                  <a:lnTo>
                    <a:pt x="1037" y="403"/>
                  </a:lnTo>
                  <a:cubicBezTo>
                    <a:pt x="921" y="202"/>
                    <a:pt x="748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5568258" y="1986126"/>
              <a:ext cx="31919" cy="28078"/>
            </a:xfrm>
            <a:custGeom>
              <a:avLst/>
              <a:gdLst/>
              <a:ahLst/>
              <a:cxnLst/>
              <a:rect l="l" t="t" r="r" b="b"/>
              <a:pathLst>
                <a:path w="781" h="687" extrusionOk="0">
                  <a:moveTo>
                    <a:pt x="390" y="0"/>
                  </a:moveTo>
                  <a:cubicBezTo>
                    <a:pt x="282" y="0"/>
                    <a:pt x="174" y="49"/>
                    <a:pt x="102" y="133"/>
                  </a:cubicBezTo>
                  <a:cubicBezTo>
                    <a:pt x="1" y="256"/>
                    <a:pt x="10" y="431"/>
                    <a:pt x="109" y="553"/>
                  </a:cubicBezTo>
                  <a:cubicBezTo>
                    <a:pt x="176" y="635"/>
                    <a:pt x="286" y="686"/>
                    <a:pt x="394" y="686"/>
                  </a:cubicBezTo>
                  <a:cubicBezTo>
                    <a:pt x="439" y="686"/>
                    <a:pt x="483" y="677"/>
                    <a:pt x="524" y="658"/>
                  </a:cubicBezTo>
                  <a:lnTo>
                    <a:pt x="524" y="658"/>
                  </a:lnTo>
                  <a:cubicBezTo>
                    <a:pt x="533" y="660"/>
                    <a:pt x="543" y="661"/>
                    <a:pt x="553" y="661"/>
                  </a:cubicBezTo>
                  <a:cubicBezTo>
                    <a:pt x="565" y="661"/>
                    <a:pt x="576" y="660"/>
                    <a:pt x="588" y="657"/>
                  </a:cubicBezTo>
                  <a:cubicBezTo>
                    <a:pt x="681" y="638"/>
                    <a:pt x="781" y="540"/>
                    <a:pt x="750" y="435"/>
                  </a:cubicBezTo>
                  <a:lnTo>
                    <a:pt x="685" y="216"/>
                  </a:lnTo>
                  <a:cubicBezTo>
                    <a:pt x="657" y="120"/>
                    <a:pt x="603" y="53"/>
                    <a:pt x="506" y="19"/>
                  </a:cubicBezTo>
                  <a:cubicBezTo>
                    <a:pt x="468" y="6"/>
                    <a:pt x="429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4982782" y="1980241"/>
              <a:ext cx="46469" cy="26034"/>
            </a:xfrm>
            <a:custGeom>
              <a:avLst/>
              <a:gdLst/>
              <a:ahLst/>
              <a:cxnLst/>
              <a:rect l="l" t="t" r="r" b="b"/>
              <a:pathLst>
                <a:path w="1137" h="637" extrusionOk="0">
                  <a:moveTo>
                    <a:pt x="726" y="1"/>
                  </a:moveTo>
                  <a:cubicBezTo>
                    <a:pt x="682" y="1"/>
                    <a:pt x="645" y="14"/>
                    <a:pt x="615" y="34"/>
                  </a:cubicBezTo>
                  <a:lnTo>
                    <a:pt x="615" y="34"/>
                  </a:lnTo>
                  <a:cubicBezTo>
                    <a:pt x="433" y="58"/>
                    <a:pt x="260" y="133"/>
                    <a:pt x="113" y="249"/>
                  </a:cubicBezTo>
                  <a:cubicBezTo>
                    <a:pt x="0" y="339"/>
                    <a:pt x="30" y="530"/>
                    <a:pt x="165" y="580"/>
                  </a:cubicBezTo>
                  <a:cubicBezTo>
                    <a:pt x="263" y="617"/>
                    <a:pt x="368" y="637"/>
                    <a:pt x="473" y="637"/>
                  </a:cubicBezTo>
                  <a:cubicBezTo>
                    <a:pt x="623" y="637"/>
                    <a:pt x="772" y="597"/>
                    <a:pt x="898" y="511"/>
                  </a:cubicBezTo>
                  <a:cubicBezTo>
                    <a:pt x="932" y="487"/>
                    <a:pt x="958" y="458"/>
                    <a:pt x="976" y="427"/>
                  </a:cubicBezTo>
                  <a:lnTo>
                    <a:pt x="976" y="427"/>
                  </a:lnTo>
                  <a:cubicBezTo>
                    <a:pt x="1135" y="376"/>
                    <a:pt x="1137" y="86"/>
                    <a:pt x="928" y="45"/>
                  </a:cubicBezTo>
                  <a:lnTo>
                    <a:pt x="928" y="44"/>
                  </a:lnTo>
                  <a:cubicBezTo>
                    <a:pt x="903" y="39"/>
                    <a:pt x="877" y="35"/>
                    <a:pt x="852" y="32"/>
                  </a:cubicBezTo>
                  <a:lnTo>
                    <a:pt x="852" y="32"/>
                  </a:lnTo>
                  <a:cubicBezTo>
                    <a:pt x="818" y="14"/>
                    <a:pt x="779" y="3"/>
                    <a:pt x="736" y="1"/>
                  </a:cubicBezTo>
                  <a:cubicBezTo>
                    <a:pt x="733" y="1"/>
                    <a:pt x="729" y="1"/>
                    <a:pt x="7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5087371" y="1968102"/>
              <a:ext cx="50229" cy="37069"/>
            </a:xfrm>
            <a:custGeom>
              <a:avLst/>
              <a:gdLst/>
              <a:ahLst/>
              <a:cxnLst/>
              <a:rect l="l" t="t" r="r" b="b"/>
              <a:pathLst>
                <a:path w="1229" h="907" extrusionOk="0">
                  <a:moveTo>
                    <a:pt x="539" y="0"/>
                  </a:moveTo>
                  <a:cubicBezTo>
                    <a:pt x="475" y="0"/>
                    <a:pt x="410" y="14"/>
                    <a:pt x="349" y="44"/>
                  </a:cubicBezTo>
                  <a:cubicBezTo>
                    <a:pt x="296" y="71"/>
                    <a:pt x="264" y="113"/>
                    <a:pt x="250" y="158"/>
                  </a:cubicBezTo>
                  <a:lnTo>
                    <a:pt x="250" y="158"/>
                  </a:lnTo>
                  <a:cubicBezTo>
                    <a:pt x="228" y="159"/>
                    <a:pt x="205" y="159"/>
                    <a:pt x="183" y="161"/>
                  </a:cubicBezTo>
                  <a:cubicBezTo>
                    <a:pt x="103" y="165"/>
                    <a:pt x="24" y="252"/>
                    <a:pt x="19" y="331"/>
                  </a:cubicBezTo>
                  <a:cubicBezTo>
                    <a:pt x="1" y="646"/>
                    <a:pt x="255" y="907"/>
                    <a:pt x="528" y="907"/>
                  </a:cubicBezTo>
                  <a:cubicBezTo>
                    <a:pt x="640" y="907"/>
                    <a:pt x="756" y="863"/>
                    <a:pt x="857" y="760"/>
                  </a:cubicBezTo>
                  <a:cubicBezTo>
                    <a:pt x="891" y="725"/>
                    <a:pt x="920" y="685"/>
                    <a:pt x="942" y="642"/>
                  </a:cubicBezTo>
                  <a:lnTo>
                    <a:pt x="942" y="642"/>
                  </a:lnTo>
                  <a:cubicBezTo>
                    <a:pt x="1135" y="638"/>
                    <a:pt x="1228" y="340"/>
                    <a:pt x="1015" y="270"/>
                  </a:cubicBezTo>
                  <a:cubicBezTo>
                    <a:pt x="993" y="263"/>
                    <a:pt x="971" y="256"/>
                    <a:pt x="949" y="249"/>
                  </a:cubicBezTo>
                  <a:lnTo>
                    <a:pt x="949" y="249"/>
                  </a:lnTo>
                  <a:cubicBezTo>
                    <a:pt x="940" y="231"/>
                    <a:pt x="929" y="213"/>
                    <a:pt x="916" y="196"/>
                  </a:cubicBezTo>
                  <a:cubicBezTo>
                    <a:pt x="827" y="73"/>
                    <a:pt x="684" y="0"/>
                    <a:pt x="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4999008" y="1876469"/>
              <a:ext cx="45652" cy="37396"/>
            </a:xfrm>
            <a:custGeom>
              <a:avLst/>
              <a:gdLst/>
              <a:ahLst/>
              <a:cxnLst/>
              <a:rect l="l" t="t" r="r" b="b"/>
              <a:pathLst>
                <a:path w="1117" h="915" extrusionOk="0">
                  <a:moveTo>
                    <a:pt x="410" y="526"/>
                  </a:moveTo>
                  <a:lnTo>
                    <a:pt x="410" y="526"/>
                  </a:lnTo>
                  <a:cubicBezTo>
                    <a:pt x="411" y="527"/>
                    <a:pt x="412" y="528"/>
                    <a:pt x="413" y="530"/>
                  </a:cubicBezTo>
                  <a:cubicBezTo>
                    <a:pt x="412" y="531"/>
                    <a:pt x="412" y="532"/>
                    <a:pt x="412" y="532"/>
                  </a:cubicBezTo>
                  <a:cubicBezTo>
                    <a:pt x="411" y="532"/>
                    <a:pt x="410" y="530"/>
                    <a:pt x="410" y="526"/>
                  </a:cubicBezTo>
                  <a:close/>
                  <a:moveTo>
                    <a:pt x="501" y="1"/>
                  </a:moveTo>
                  <a:cubicBezTo>
                    <a:pt x="477" y="1"/>
                    <a:pt x="453" y="3"/>
                    <a:pt x="428" y="6"/>
                  </a:cubicBezTo>
                  <a:cubicBezTo>
                    <a:pt x="177" y="43"/>
                    <a:pt x="0" y="285"/>
                    <a:pt x="16" y="534"/>
                  </a:cubicBezTo>
                  <a:cubicBezTo>
                    <a:pt x="29" y="742"/>
                    <a:pt x="209" y="914"/>
                    <a:pt x="410" y="914"/>
                  </a:cubicBezTo>
                  <a:cubicBezTo>
                    <a:pt x="458" y="914"/>
                    <a:pt x="508" y="904"/>
                    <a:pt x="557" y="882"/>
                  </a:cubicBezTo>
                  <a:cubicBezTo>
                    <a:pt x="653" y="839"/>
                    <a:pt x="708" y="762"/>
                    <a:pt x="728" y="679"/>
                  </a:cubicBezTo>
                  <a:lnTo>
                    <a:pt x="728" y="679"/>
                  </a:lnTo>
                  <a:lnTo>
                    <a:pt x="865" y="688"/>
                  </a:lnTo>
                  <a:cubicBezTo>
                    <a:pt x="870" y="688"/>
                    <a:pt x="875" y="689"/>
                    <a:pt x="880" y="689"/>
                  </a:cubicBezTo>
                  <a:cubicBezTo>
                    <a:pt x="1024" y="689"/>
                    <a:pt x="1116" y="551"/>
                    <a:pt x="1064" y="415"/>
                  </a:cubicBezTo>
                  <a:cubicBezTo>
                    <a:pt x="977" y="187"/>
                    <a:pt x="750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4910564" y="2029654"/>
              <a:ext cx="45039" cy="37846"/>
            </a:xfrm>
            <a:custGeom>
              <a:avLst/>
              <a:gdLst/>
              <a:ahLst/>
              <a:cxnLst/>
              <a:rect l="l" t="t" r="r" b="b"/>
              <a:pathLst>
                <a:path w="1102" h="926" extrusionOk="0">
                  <a:moveTo>
                    <a:pt x="472" y="432"/>
                  </a:moveTo>
                  <a:cubicBezTo>
                    <a:pt x="488" y="439"/>
                    <a:pt x="507" y="444"/>
                    <a:pt x="527" y="447"/>
                  </a:cubicBezTo>
                  <a:cubicBezTo>
                    <a:pt x="546" y="449"/>
                    <a:pt x="590" y="541"/>
                    <a:pt x="540" y="541"/>
                  </a:cubicBezTo>
                  <a:cubicBezTo>
                    <a:pt x="531" y="541"/>
                    <a:pt x="520" y="539"/>
                    <a:pt x="506" y="533"/>
                  </a:cubicBezTo>
                  <a:cubicBezTo>
                    <a:pt x="454" y="510"/>
                    <a:pt x="444" y="468"/>
                    <a:pt x="472" y="432"/>
                  </a:cubicBezTo>
                  <a:close/>
                  <a:moveTo>
                    <a:pt x="550" y="1"/>
                  </a:moveTo>
                  <a:cubicBezTo>
                    <a:pt x="451" y="1"/>
                    <a:pt x="351" y="31"/>
                    <a:pt x="259" y="101"/>
                  </a:cubicBezTo>
                  <a:cubicBezTo>
                    <a:pt x="1" y="294"/>
                    <a:pt x="11" y="668"/>
                    <a:pt x="277" y="846"/>
                  </a:cubicBezTo>
                  <a:cubicBezTo>
                    <a:pt x="357" y="899"/>
                    <a:pt x="448" y="925"/>
                    <a:pt x="536" y="925"/>
                  </a:cubicBezTo>
                  <a:cubicBezTo>
                    <a:pt x="721" y="925"/>
                    <a:pt x="896" y="812"/>
                    <a:pt x="938" y="605"/>
                  </a:cubicBezTo>
                  <a:cubicBezTo>
                    <a:pt x="940" y="592"/>
                    <a:pt x="942" y="579"/>
                    <a:pt x="944" y="567"/>
                  </a:cubicBezTo>
                  <a:lnTo>
                    <a:pt x="944" y="567"/>
                  </a:lnTo>
                  <a:cubicBezTo>
                    <a:pt x="946" y="566"/>
                    <a:pt x="948" y="565"/>
                    <a:pt x="950" y="564"/>
                  </a:cubicBezTo>
                  <a:cubicBezTo>
                    <a:pt x="1037" y="525"/>
                    <a:pt x="1101" y="397"/>
                    <a:pt x="1047" y="307"/>
                  </a:cubicBezTo>
                  <a:cubicBezTo>
                    <a:pt x="938" y="124"/>
                    <a:pt x="747" y="1"/>
                    <a:pt x="5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4759259" y="1993932"/>
              <a:ext cx="46142" cy="35516"/>
            </a:xfrm>
            <a:custGeom>
              <a:avLst/>
              <a:gdLst/>
              <a:ahLst/>
              <a:cxnLst/>
              <a:rect l="l" t="t" r="r" b="b"/>
              <a:pathLst>
                <a:path w="1129" h="869" extrusionOk="0">
                  <a:moveTo>
                    <a:pt x="602" y="398"/>
                  </a:moveTo>
                  <a:cubicBezTo>
                    <a:pt x="603" y="398"/>
                    <a:pt x="603" y="398"/>
                    <a:pt x="603" y="398"/>
                  </a:cubicBezTo>
                  <a:cubicBezTo>
                    <a:pt x="603" y="398"/>
                    <a:pt x="603" y="398"/>
                    <a:pt x="602" y="398"/>
                  </a:cubicBezTo>
                  <a:close/>
                  <a:moveTo>
                    <a:pt x="609" y="397"/>
                  </a:moveTo>
                  <a:cubicBezTo>
                    <a:pt x="609" y="397"/>
                    <a:pt x="608" y="397"/>
                    <a:pt x="608" y="398"/>
                  </a:cubicBezTo>
                  <a:cubicBezTo>
                    <a:pt x="608" y="397"/>
                    <a:pt x="609" y="397"/>
                    <a:pt x="609" y="397"/>
                  </a:cubicBezTo>
                  <a:close/>
                  <a:moveTo>
                    <a:pt x="640" y="1"/>
                  </a:moveTo>
                  <a:cubicBezTo>
                    <a:pt x="567" y="1"/>
                    <a:pt x="493" y="19"/>
                    <a:pt x="430" y="54"/>
                  </a:cubicBezTo>
                  <a:cubicBezTo>
                    <a:pt x="418" y="60"/>
                    <a:pt x="407" y="67"/>
                    <a:pt x="396" y="74"/>
                  </a:cubicBezTo>
                  <a:lnTo>
                    <a:pt x="396" y="74"/>
                  </a:lnTo>
                  <a:cubicBezTo>
                    <a:pt x="270" y="88"/>
                    <a:pt x="151" y="162"/>
                    <a:pt x="108" y="288"/>
                  </a:cubicBezTo>
                  <a:cubicBezTo>
                    <a:pt x="1" y="595"/>
                    <a:pt x="311" y="869"/>
                    <a:pt x="603" y="869"/>
                  </a:cubicBezTo>
                  <a:cubicBezTo>
                    <a:pt x="662" y="869"/>
                    <a:pt x="721" y="858"/>
                    <a:pt x="776" y="833"/>
                  </a:cubicBezTo>
                  <a:cubicBezTo>
                    <a:pt x="1069" y="700"/>
                    <a:pt x="1128" y="255"/>
                    <a:pt x="859" y="66"/>
                  </a:cubicBezTo>
                  <a:cubicBezTo>
                    <a:pt x="795" y="22"/>
                    <a:pt x="718" y="1"/>
                    <a:pt x="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4805321" y="2037828"/>
              <a:ext cx="55215" cy="48104"/>
            </a:xfrm>
            <a:custGeom>
              <a:avLst/>
              <a:gdLst/>
              <a:ahLst/>
              <a:cxnLst/>
              <a:rect l="l" t="t" r="r" b="b"/>
              <a:pathLst>
                <a:path w="1351" h="1177" extrusionOk="0">
                  <a:moveTo>
                    <a:pt x="595" y="425"/>
                  </a:moveTo>
                  <a:cubicBezTo>
                    <a:pt x="594" y="453"/>
                    <a:pt x="599" y="481"/>
                    <a:pt x="612" y="511"/>
                  </a:cubicBezTo>
                  <a:cubicBezTo>
                    <a:pt x="641" y="576"/>
                    <a:pt x="719" y="628"/>
                    <a:pt x="794" y="628"/>
                  </a:cubicBezTo>
                  <a:cubicBezTo>
                    <a:pt x="820" y="628"/>
                    <a:pt x="845" y="621"/>
                    <a:pt x="868" y="608"/>
                  </a:cubicBezTo>
                  <a:cubicBezTo>
                    <a:pt x="876" y="603"/>
                    <a:pt x="884" y="598"/>
                    <a:pt x="892" y="592"/>
                  </a:cubicBezTo>
                  <a:lnTo>
                    <a:pt x="892" y="592"/>
                  </a:lnTo>
                  <a:cubicBezTo>
                    <a:pt x="886" y="695"/>
                    <a:pt x="801" y="786"/>
                    <a:pt x="698" y="786"/>
                  </a:cubicBezTo>
                  <a:cubicBezTo>
                    <a:pt x="661" y="786"/>
                    <a:pt x="622" y="774"/>
                    <a:pt x="583" y="747"/>
                  </a:cubicBezTo>
                  <a:cubicBezTo>
                    <a:pt x="499" y="689"/>
                    <a:pt x="464" y="591"/>
                    <a:pt x="521" y="500"/>
                  </a:cubicBezTo>
                  <a:cubicBezTo>
                    <a:pt x="540" y="470"/>
                    <a:pt x="565" y="444"/>
                    <a:pt x="595" y="425"/>
                  </a:cubicBezTo>
                  <a:close/>
                  <a:moveTo>
                    <a:pt x="711" y="1"/>
                  </a:moveTo>
                  <a:cubicBezTo>
                    <a:pt x="669" y="1"/>
                    <a:pt x="627" y="6"/>
                    <a:pt x="586" y="15"/>
                  </a:cubicBezTo>
                  <a:cubicBezTo>
                    <a:pt x="246" y="90"/>
                    <a:pt x="0" y="470"/>
                    <a:pt x="146" y="805"/>
                  </a:cubicBezTo>
                  <a:cubicBezTo>
                    <a:pt x="243" y="1030"/>
                    <a:pt x="480" y="1177"/>
                    <a:pt x="717" y="1177"/>
                  </a:cubicBezTo>
                  <a:cubicBezTo>
                    <a:pt x="824" y="1177"/>
                    <a:pt x="931" y="1147"/>
                    <a:pt x="1025" y="1080"/>
                  </a:cubicBezTo>
                  <a:cubicBezTo>
                    <a:pt x="1302" y="883"/>
                    <a:pt x="1351" y="482"/>
                    <a:pt x="1152" y="214"/>
                  </a:cubicBezTo>
                  <a:cubicBezTo>
                    <a:pt x="1114" y="161"/>
                    <a:pt x="1064" y="140"/>
                    <a:pt x="1015" y="140"/>
                  </a:cubicBezTo>
                  <a:cubicBezTo>
                    <a:pt x="1011" y="140"/>
                    <a:pt x="1007" y="140"/>
                    <a:pt x="1003" y="140"/>
                  </a:cubicBezTo>
                  <a:lnTo>
                    <a:pt x="1003" y="140"/>
                  </a:lnTo>
                  <a:cubicBezTo>
                    <a:pt x="938" y="39"/>
                    <a:pt x="826" y="1"/>
                    <a:pt x="7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5553341" y="2726503"/>
              <a:ext cx="46428" cy="45611"/>
            </a:xfrm>
            <a:custGeom>
              <a:avLst/>
              <a:gdLst/>
              <a:ahLst/>
              <a:cxnLst/>
              <a:rect l="l" t="t" r="r" b="b"/>
              <a:pathLst>
                <a:path w="1136" h="1116" extrusionOk="0">
                  <a:moveTo>
                    <a:pt x="541" y="405"/>
                  </a:moveTo>
                  <a:lnTo>
                    <a:pt x="541" y="405"/>
                  </a:lnTo>
                  <a:cubicBezTo>
                    <a:pt x="575" y="420"/>
                    <a:pt x="608" y="443"/>
                    <a:pt x="635" y="471"/>
                  </a:cubicBezTo>
                  <a:lnTo>
                    <a:pt x="635" y="471"/>
                  </a:lnTo>
                  <a:cubicBezTo>
                    <a:pt x="605" y="482"/>
                    <a:pt x="576" y="494"/>
                    <a:pt x="548" y="508"/>
                  </a:cubicBezTo>
                  <a:lnTo>
                    <a:pt x="548" y="508"/>
                  </a:lnTo>
                  <a:cubicBezTo>
                    <a:pt x="555" y="473"/>
                    <a:pt x="554" y="437"/>
                    <a:pt x="541" y="405"/>
                  </a:cubicBezTo>
                  <a:close/>
                  <a:moveTo>
                    <a:pt x="468" y="0"/>
                  </a:moveTo>
                  <a:cubicBezTo>
                    <a:pt x="395" y="0"/>
                    <a:pt x="322" y="17"/>
                    <a:pt x="254" y="53"/>
                  </a:cubicBezTo>
                  <a:cubicBezTo>
                    <a:pt x="19" y="182"/>
                    <a:pt x="1" y="590"/>
                    <a:pt x="287" y="673"/>
                  </a:cubicBezTo>
                  <a:cubicBezTo>
                    <a:pt x="293" y="675"/>
                    <a:pt x="300" y="677"/>
                    <a:pt x="306" y="678"/>
                  </a:cubicBezTo>
                  <a:lnTo>
                    <a:pt x="306" y="678"/>
                  </a:lnTo>
                  <a:cubicBezTo>
                    <a:pt x="286" y="697"/>
                    <a:pt x="266" y="718"/>
                    <a:pt x="246" y="739"/>
                  </a:cubicBezTo>
                  <a:cubicBezTo>
                    <a:pt x="171" y="822"/>
                    <a:pt x="219" y="945"/>
                    <a:pt x="289" y="1010"/>
                  </a:cubicBezTo>
                  <a:cubicBezTo>
                    <a:pt x="368" y="1083"/>
                    <a:pt x="469" y="1115"/>
                    <a:pt x="571" y="1115"/>
                  </a:cubicBezTo>
                  <a:cubicBezTo>
                    <a:pt x="701" y="1115"/>
                    <a:pt x="833" y="1064"/>
                    <a:pt x="927" y="977"/>
                  </a:cubicBezTo>
                  <a:cubicBezTo>
                    <a:pt x="1136" y="785"/>
                    <a:pt x="1121" y="476"/>
                    <a:pt x="961" y="260"/>
                  </a:cubicBezTo>
                  <a:cubicBezTo>
                    <a:pt x="850" y="110"/>
                    <a:pt x="658" y="0"/>
                    <a:pt x="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5413358" y="2686695"/>
              <a:ext cx="51905" cy="52681"/>
            </a:xfrm>
            <a:custGeom>
              <a:avLst/>
              <a:gdLst/>
              <a:ahLst/>
              <a:cxnLst/>
              <a:rect l="l" t="t" r="r" b="b"/>
              <a:pathLst>
                <a:path w="1270" h="1289" extrusionOk="0">
                  <a:moveTo>
                    <a:pt x="784" y="838"/>
                  </a:moveTo>
                  <a:cubicBezTo>
                    <a:pt x="802" y="851"/>
                    <a:pt x="822" y="860"/>
                    <a:pt x="843" y="865"/>
                  </a:cubicBezTo>
                  <a:lnTo>
                    <a:pt x="843" y="865"/>
                  </a:lnTo>
                  <a:cubicBezTo>
                    <a:pt x="842" y="877"/>
                    <a:pt x="841" y="885"/>
                    <a:pt x="840" y="887"/>
                  </a:cubicBezTo>
                  <a:cubicBezTo>
                    <a:pt x="850" y="897"/>
                    <a:pt x="854" y="903"/>
                    <a:pt x="852" y="903"/>
                  </a:cubicBezTo>
                  <a:cubicBezTo>
                    <a:pt x="851" y="903"/>
                    <a:pt x="841" y="895"/>
                    <a:pt x="823" y="880"/>
                  </a:cubicBezTo>
                  <a:cubicBezTo>
                    <a:pt x="812" y="870"/>
                    <a:pt x="802" y="858"/>
                    <a:pt x="791" y="847"/>
                  </a:cubicBezTo>
                  <a:cubicBezTo>
                    <a:pt x="789" y="844"/>
                    <a:pt x="786" y="841"/>
                    <a:pt x="784" y="838"/>
                  </a:cubicBezTo>
                  <a:close/>
                  <a:moveTo>
                    <a:pt x="854" y="0"/>
                  </a:moveTo>
                  <a:cubicBezTo>
                    <a:pt x="796" y="0"/>
                    <a:pt x="739" y="28"/>
                    <a:pt x="700" y="71"/>
                  </a:cubicBezTo>
                  <a:lnTo>
                    <a:pt x="700" y="71"/>
                  </a:lnTo>
                  <a:cubicBezTo>
                    <a:pt x="689" y="69"/>
                    <a:pt x="678" y="68"/>
                    <a:pt x="667" y="68"/>
                  </a:cubicBezTo>
                  <a:cubicBezTo>
                    <a:pt x="659" y="68"/>
                    <a:pt x="651" y="69"/>
                    <a:pt x="643" y="69"/>
                  </a:cubicBezTo>
                  <a:cubicBezTo>
                    <a:pt x="0" y="131"/>
                    <a:pt x="281" y="1119"/>
                    <a:pt x="729" y="1269"/>
                  </a:cubicBezTo>
                  <a:cubicBezTo>
                    <a:pt x="771" y="1283"/>
                    <a:pt x="811" y="1289"/>
                    <a:pt x="848" y="1289"/>
                  </a:cubicBezTo>
                  <a:cubicBezTo>
                    <a:pt x="1063" y="1289"/>
                    <a:pt x="1192" y="1073"/>
                    <a:pt x="1225" y="860"/>
                  </a:cubicBezTo>
                  <a:cubicBezTo>
                    <a:pt x="1269" y="575"/>
                    <a:pt x="1178" y="287"/>
                    <a:pt x="994" y="69"/>
                  </a:cubicBezTo>
                  <a:cubicBezTo>
                    <a:pt x="953" y="21"/>
                    <a:pt x="903" y="0"/>
                    <a:pt x="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5397091" y="2785316"/>
              <a:ext cx="44712" cy="42668"/>
            </a:xfrm>
            <a:custGeom>
              <a:avLst/>
              <a:gdLst/>
              <a:ahLst/>
              <a:cxnLst/>
              <a:rect l="l" t="t" r="r" b="b"/>
              <a:pathLst>
                <a:path w="1094" h="1044" extrusionOk="0">
                  <a:moveTo>
                    <a:pt x="281" y="1"/>
                  </a:moveTo>
                  <a:cubicBezTo>
                    <a:pt x="187" y="1"/>
                    <a:pt x="119" y="93"/>
                    <a:pt x="98" y="176"/>
                  </a:cubicBezTo>
                  <a:cubicBezTo>
                    <a:pt x="0" y="579"/>
                    <a:pt x="312" y="985"/>
                    <a:pt x="711" y="1041"/>
                  </a:cubicBezTo>
                  <a:cubicBezTo>
                    <a:pt x="720" y="1043"/>
                    <a:pt x="729" y="1043"/>
                    <a:pt x="738" y="1043"/>
                  </a:cubicBezTo>
                  <a:cubicBezTo>
                    <a:pt x="855" y="1043"/>
                    <a:pt x="938" y="932"/>
                    <a:pt x="926" y="819"/>
                  </a:cubicBezTo>
                  <a:cubicBezTo>
                    <a:pt x="925" y="811"/>
                    <a:pt x="924" y="803"/>
                    <a:pt x="923" y="794"/>
                  </a:cubicBezTo>
                  <a:lnTo>
                    <a:pt x="923" y="794"/>
                  </a:lnTo>
                  <a:cubicBezTo>
                    <a:pt x="929" y="792"/>
                    <a:pt x="936" y="789"/>
                    <a:pt x="943" y="787"/>
                  </a:cubicBezTo>
                  <a:cubicBezTo>
                    <a:pt x="1029" y="748"/>
                    <a:pt x="1094" y="620"/>
                    <a:pt x="1039" y="530"/>
                  </a:cubicBezTo>
                  <a:cubicBezTo>
                    <a:pt x="990" y="448"/>
                    <a:pt x="934" y="375"/>
                    <a:pt x="871" y="311"/>
                  </a:cubicBezTo>
                  <a:lnTo>
                    <a:pt x="871" y="311"/>
                  </a:lnTo>
                  <a:cubicBezTo>
                    <a:pt x="869" y="295"/>
                    <a:pt x="868" y="279"/>
                    <a:pt x="866" y="264"/>
                  </a:cubicBezTo>
                  <a:cubicBezTo>
                    <a:pt x="854" y="154"/>
                    <a:pt x="773" y="104"/>
                    <a:pt x="688" y="104"/>
                  </a:cubicBezTo>
                  <a:cubicBezTo>
                    <a:pt x="663" y="104"/>
                    <a:pt x="638" y="109"/>
                    <a:pt x="614" y="117"/>
                  </a:cubicBezTo>
                  <a:lnTo>
                    <a:pt x="614" y="117"/>
                  </a:lnTo>
                  <a:cubicBezTo>
                    <a:pt x="523" y="67"/>
                    <a:pt x="423" y="30"/>
                    <a:pt x="314" y="4"/>
                  </a:cubicBezTo>
                  <a:cubicBezTo>
                    <a:pt x="302" y="2"/>
                    <a:pt x="291" y="1"/>
                    <a:pt x="2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4484525" y="2083562"/>
              <a:ext cx="906088" cy="977120"/>
            </a:xfrm>
            <a:custGeom>
              <a:avLst/>
              <a:gdLst/>
              <a:ahLst/>
              <a:cxnLst/>
              <a:rect l="l" t="t" r="r" b="b"/>
              <a:pathLst>
                <a:path w="22170" h="23908" extrusionOk="0">
                  <a:moveTo>
                    <a:pt x="6022" y="0"/>
                  </a:moveTo>
                  <a:cubicBezTo>
                    <a:pt x="2661" y="1551"/>
                    <a:pt x="441" y="5148"/>
                    <a:pt x="220" y="8844"/>
                  </a:cubicBezTo>
                  <a:cubicBezTo>
                    <a:pt x="1" y="12540"/>
                    <a:pt x="676" y="17445"/>
                    <a:pt x="3338" y="20018"/>
                  </a:cubicBezTo>
                  <a:cubicBezTo>
                    <a:pt x="6407" y="22983"/>
                    <a:pt x="9616" y="23855"/>
                    <a:pt x="13881" y="23906"/>
                  </a:cubicBezTo>
                  <a:cubicBezTo>
                    <a:pt x="13945" y="23907"/>
                    <a:pt x="14011" y="23907"/>
                    <a:pt x="14079" y="23907"/>
                  </a:cubicBezTo>
                  <a:cubicBezTo>
                    <a:pt x="16117" y="23907"/>
                    <a:pt x="19656" y="23549"/>
                    <a:pt x="20888" y="22057"/>
                  </a:cubicBezTo>
                  <a:cubicBezTo>
                    <a:pt x="21567" y="21234"/>
                    <a:pt x="22169" y="20600"/>
                    <a:pt x="21639" y="20431"/>
                  </a:cubicBezTo>
                  <a:lnTo>
                    <a:pt x="21691" y="20372"/>
                  </a:lnTo>
                  <a:cubicBezTo>
                    <a:pt x="19966" y="17902"/>
                    <a:pt x="18240" y="15433"/>
                    <a:pt x="16514" y="12964"/>
                  </a:cubicBezTo>
                  <a:cubicBezTo>
                    <a:pt x="15368" y="11323"/>
                    <a:pt x="14218" y="9680"/>
                    <a:pt x="12889" y="8183"/>
                  </a:cubicBezTo>
                  <a:cubicBezTo>
                    <a:pt x="10513" y="5508"/>
                    <a:pt x="7525" y="3248"/>
                    <a:pt x="6022" y="0"/>
                  </a:cubicBezTo>
                  <a:close/>
                </a:path>
              </a:pathLst>
            </a:custGeom>
            <a:solidFill>
              <a:schemeClr val="lt2">
                <a:alpha val="4705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16"/>
          <p:cNvGrpSpPr/>
          <p:nvPr/>
        </p:nvGrpSpPr>
        <p:grpSpPr>
          <a:xfrm>
            <a:off x="316170" y="3862530"/>
            <a:ext cx="1109661" cy="995695"/>
            <a:chOff x="7400875" y="3534225"/>
            <a:chExt cx="741376" cy="709250"/>
          </a:xfrm>
        </p:grpSpPr>
        <p:sp>
          <p:nvSpPr>
            <p:cNvPr id="781" name="Google Shape;781;p16"/>
            <p:cNvSpPr/>
            <p:nvPr/>
          </p:nvSpPr>
          <p:spPr>
            <a:xfrm>
              <a:off x="7555479" y="3608303"/>
              <a:ext cx="144600" cy="136828"/>
            </a:xfrm>
            <a:custGeom>
              <a:avLst/>
              <a:gdLst/>
              <a:ahLst/>
              <a:cxnLst/>
              <a:rect l="l" t="t" r="r" b="b"/>
              <a:pathLst>
                <a:path w="3107" h="2940" extrusionOk="0">
                  <a:moveTo>
                    <a:pt x="2039" y="0"/>
                  </a:moveTo>
                  <a:cubicBezTo>
                    <a:pt x="1997" y="0"/>
                    <a:pt x="1953" y="17"/>
                    <a:pt x="1913" y="59"/>
                  </a:cubicBezTo>
                  <a:cubicBezTo>
                    <a:pt x="1689" y="293"/>
                    <a:pt x="1498" y="546"/>
                    <a:pt x="1337" y="814"/>
                  </a:cubicBezTo>
                  <a:cubicBezTo>
                    <a:pt x="1264" y="756"/>
                    <a:pt x="1191" y="697"/>
                    <a:pt x="1117" y="640"/>
                  </a:cubicBezTo>
                  <a:cubicBezTo>
                    <a:pt x="1049" y="560"/>
                    <a:pt x="979" y="481"/>
                    <a:pt x="912" y="397"/>
                  </a:cubicBezTo>
                  <a:cubicBezTo>
                    <a:pt x="878" y="355"/>
                    <a:pt x="836" y="338"/>
                    <a:pt x="793" y="338"/>
                  </a:cubicBezTo>
                  <a:cubicBezTo>
                    <a:pt x="772" y="338"/>
                    <a:pt x="750" y="342"/>
                    <a:pt x="730" y="350"/>
                  </a:cubicBezTo>
                  <a:cubicBezTo>
                    <a:pt x="606" y="262"/>
                    <a:pt x="482" y="174"/>
                    <a:pt x="354" y="91"/>
                  </a:cubicBezTo>
                  <a:cubicBezTo>
                    <a:pt x="324" y="70"/>
                    <a:pt x="292" y="61"/>
                    <a:pt x="262" y="61"/>
                  </a:cubicBezTo>
                  <a:cubicBezTo>
                    <a:pt x="118" y="61"/>
                    <a:pt x="1" y="263"/>
                    <a:pt x="128" y="384"/>
                  </a:cubicBezTo>
                  <a:cubicBezTo>
                    <a:pt x="231" y="481"/>
                    <a:pt x="334" y="578"/>
                    <a:pt x="436" y="674"/>
                  </a:cubicBezTo>
                  <a:cubicBezTo>
                    <a:pt x="646" y="892"/>
                    <a:pt x="863" y="1104"/>
                    <a:pt x="1084" y="1309"/>
                  </a:cubicBezTo>
                  <a:cubicBezTo>
                    <a:pt x="1007" y="1487"/>
                    <a:pt x="941" y="1672"/>
                    <a:pt x="887" y="1865"/>
                  </a:cubicBezTo>
                  <a:cubicBezTo>
                    <a:pt x="877" y="1902"/>
                    <a:pt x="879" y="1936"/>
                    <a:pt x="890" y="1967"/>
                  </a:cubicBezTo>
                  <a:cubicBezTo>
                    <a:pt x="857" y="2047"/>
                    <a:pt x="827" y="2129"/>
                    <a:pt x="797" y="2211"/>
                  </a:cubicBezTo>
                  <a:cubicBezTo>
                    <a:pt x="778" y="2265"/>
                    <a:pt x="785" y="2312"/>
                    <a:pt x="806" y="2348"/>
                  </a:cubicBezTo>
                  <a:cubicBezTo>
                    <a:pt x="757" y="2452"/>
                    <a:pt x="707" y="2555"/>
                    <a:pt x="657" y="2658"/>
                  </a:cubicBezTo>
                  <a:cubicBezTo>
                    <a:pt x="587" y="2805"/>
                    <a:pt x="710" y="2940"/>
                    <a:pt x="833" y="2940"/>
                  </a:cubicBezTo>
                  <a:cubicBezTo>
                    <a:pt x="888" y="2940"/>
                    <a:pt x="943" y="2912"/>
                    <a:pt x="980" y="2847"/>
                  </a:cubicBezTo>
                  <a:cubicBezTo>
                    <a:pt x="1121" y="2592"/>
                    <a:pt x="1256" y="2334"/>
                    <a:pt x="1388" y="2076"/>
                  </a:cubicBezTo>
                  <a:cubicBezTo>
                    <a:pt x="1453" y="2067"/>
                    <a:pt x="1514" y="2028"/>
                    <a:pt x="1542" y="1950"/>
                  </a:cubicBezTo>
                  <a:cubicBezTo>
                    <a:pt x="1554" y="1919"/>
                    <a:pt x="1567" y="1887"/>
                    <a:pt x="1579" y="1855"/>
                  </a:cubicBezTo>
                  <a:cubicBezTo>
                    <a:pt x="1933" y="2224"/>
                    <a:pt x="2326" y="2557"/>
                    <a:pt x="2754" y="2854"/>
                  </a:cubicBezTo>
                  <a:cubicBezTo>
                    <a:pt x="2785" y="2876"/>
                    <a:pt x="2816" y="2885"/>
                    <a:pt x="2847" y="2885"/>
                  </a:cubicBezTo>
                  <a:cubicBezTo>
                    <a:pt x="2990" y="2885"/>
                    <a:pt x="3106" y="2680"/>
                    <a:pt x="2981" y="2561"/>
                  </a:cubicBezTo>
                  <a:cubicBezTo>
                    <a:pt x="2902" y="2487"/>
                    <a:pt x="2823" y="2413"/>
                    <a:pt x="2744" y="2338"/>
                  </a:cubicBezTo>
                  <a:cubicBezTo>
                    <a:pt x="2762" y="2278"/>
                    <a:pt x="2752" y="2213"/>
                    <a:pt x="2694" y="2168"/>
                  </a:cubicBezTo>
                  <a:cubicBezTo>
                    <a:pt x="2689" y="2164"/>
                    <a:pt x="2683" y="2158"/>
                    <a:pt x="2677" y="2154"/>
                  </a:cubicBezTo>
                  <a:cubicBezTo>
                    <a:pt x="2677" y="2112"/>
                    <a:pt x="2663" y="2067"/>
                    <a:pt x="2626" y="2026"/>
                  </a:cubicBezTo>
                  <a:cubicBezTo>
                    <a:pt x="2411" y="1794"/>
                    <a:pt x="2189" y="1572"/>
                    <a:pt x="1959" y="1358"/>
                  </a:cubicBezTo>
                  <a:cubicBezTo>
                    <a:pt x="2122" y="1095"/>
                    <a:pt x="2240" y="804"/>
                    <a:pt x="2308" y="481"/>
                  </a:cubicBezTo>
                  <a:cubicBezTo>
                    <a:pt x="2320" y="421"/>
                    <a:pt x="2303" y="367"/>
                    <a:pt x="2272" y="324"/>
                  </a:cubicBezTo>
                  <a:cubicBezTo>
                    <a:pt x="2272" y="323"/>
                    <a:pt x="2273" y="321"/>
                    <a:pt x="2274" y="319"/>
                  </a:cubicBezTo>
                  <a:cubicBezTo>
                    <a:pt x="2336" y="203"/>
                    <a:pt x="2249" y="69"/>
                    <a:pt x="2144" y="38"/>
                  </a:cubicBezTo>
                  <a:cubicBezTo>
                    <a:pt x="2114" y="14"/>
                    <a:pt x="2077" y="0"/>
                    <a:pt x="2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7748526" y="3760224"/>
              <a:ext cx="149998" cy="128171"/>
            </a:xfrm>
            <a:custGeom>
              <a:avLst/>
              <a:gdLst/>
              <a:ahLst/>
              <a:cxnLst/>
              <a:rect l="l" t="t" r="r" b="b"/>
              <a:pathLst>
                <a:path w="3223" h="2754" extrusionOk="0">
                  <a:moveTo>
                    <a:pt x="2245" y="1"/>
                  </a:moveTo>
                  <a:cubicBezTo>
                    <a:pt x="2204" y="1"/>
                    <a:pt x="2161" y="14"/>
                    <a:pt x="2122" y="46"/>
                  </a:cubicBezTo>
                  <a:cubicBezTo>
                    <a:pt x="2116" y="53"/>
                    <a:pt x="2109" y="59"/>
                    <a:pt x="2102" y="66"/>
                  </a:cubicBezTo>
                  <a:cubicBezTo>
                    <a:pt x="2071" y="38"/>
                    <a:pt x="2029" y="25"/>
                    <a:pt x="1985" y="25"/>
                  </a:cubicBezTo>
                  <a:cubicBezTo>
                    <a:pt x="1905" y="25"/>
                    <a:pt x="1819" y="69"/>
                    <a:pt x="1785" y="152"/>
                  </a:cubicBezTo>
                  <a:cubicBezTo>
                    <a:pt x="1781" y="165"/>
                    <a:pt x="1776" y="177"/>
                    <a:pt x="1772" y="190"/>
                  </a:cubicBezTo>
                  <a:cubicBezTo>
                    <a:pt x="1762" y="188"/>
                    <a:pt x="1752" y="187"/>
                    <a:pt x="1741" y="187"/>
                  </a:cubicBezTo>
                  <a:cubicBezTo>
                    <a:pt x="1683" y="187"/>
                    <a:pt x="1625" y="215"/>
                    <a:pt x="1588" y="278"/>
                  </a:cubicBezTo>
                  <a:cubicBezTo>
                    <a:pt x="1490" y="441"/>
                    <a:pt x="1399" y="608"/>
                    <a:pt x="1315" y="778"/>
                  </a:cubicBezTo>
                  <a:cubicBezTo>
                    <a:pt x="1077" y="608"/>
                    <a:pt x="841" y="438"/>
                    <a:pt x="604" y="268"/>
                  </a:cubicBezTo>
                  <a:cubicBezTo>
                    <a:pt x="575" y="247"/>
                    <a:pt x="544" y="238"/>
                    <a:pt x="514" y="238"/>
                  </a:cubicBezTo>
                  <a:cubicBezTo>
                    <a:pt x="465" y="238"/>
                    <a:pt x="418" y="263"/>
                    <a:pt x="382" y="300"/>
                  </a:cubicBezTo>
                  <a:cubicBezTo>
                    <a:pt x="371" y="292"/>
                    <a:pt x="359" y="284"/>
                    <a:pt x="348" y="276"/>
                  </a:cubicBezTo>
                  <a:cubicBezTo>
                    <a:pt x="314" y="252"/>
                    <a:pt x="281" y="242"/>
                    <a:pt x="250" y="242"/>
                  </a:cubicBezTo>
                  <a:cubicBezTo>
                    <a:pt x="100" y="242"/>
                    <a:pt x="0" y="483"/>
                    <a:pt x="160" y="599"/>
                  </a:cubicBezTo>
                  <a:cubicBezTo>
                    <a:pt x="244" y="660"/>
                    <a:pt x="330" y="719"/>
                    <a:pt x="416" y="777"/>
                  </a:cubicBezTo>
                  <a:cubicBezTo>
                    <a:pt x="477" y="819"/>
                    <a:pt x="537" y="863"/>
                    <a:pt x="599" y="904"/>
                  </a:cubicBezTo>
                  <a:cubicBezTo>
                    <a:pt x="612" y="922"/>
                    <a:pt x="629" y="940"/>
                    <a:pt x="650" y="955"/>
                  </a:cubicBezTo>
                  <a:cubicBezTo>
                    <a:pt x="775" y="1041"/>
                    <a:pt x="903" y="1121"/>
                    <a:pt x="1031" y="1194"/>
                  </a:cubicBezTo>
                  <a:cubicBezTo>
                    <a:pt x="1056" y="1210"/>
                    <a:pt x="1081" y="1225"/>
                    <a:pt x="1106" y="1241"/>
                  </a:cubicBezTo>
                  <a:cubicBezTo>
                    <a:pt x="936" y="1652"/>
                    <a:pt x="806" y="2078"/>
                    <a:pt x="714" y="2520"/>
                  </a:cubicBezTo>
                  <a:cubicBezTo>
                    <a:pt x="686" y="2661"/>
                    <a:pt x="805" y="2753"/>
                    <a:pt x="914" y="2753"/>
                  </a:cubicBezTo>
                  <a:cubicBezTo>
                    <a:pt x="987" y="2753"/>
                    <a:pt x="1055" y="2713"/>
                    <a:pt x="1074" y="2619"/>
                  </a:cubicBezTo>
                  <a:cubicBezTo>
                    <a:pt x="1086" y="2563"/>
                    <a:pt x="1099" y="2508"/>
                    <a:pt x="1112" y="2454"/>
                  </a:cubicBezTo>
                  <a:cubicBezTo>
                    <a:pt x="1148" y="2504"/>
                    <a:pt x="1207" y="2535"/>
                    <a:pt x="1269" y="2535"/>
                  </a:cubicBezTo>
                  <a:cubicBezTo>
                    <a:pt x="1312" y="2535"/>
                    <a:pt x="1357" y="2519"/>
                    <a:pt x="1395" y="2483"/>
                  </a:cubicBezTo>
                  <a:cubicBezTo>
                    <a:pt x="1414" y="2467"/>
                    <a:pt x="1431" y="2448"/>
                    <a:pt x="1449" y="2430"/>
                  </a:cubicBezTo>
                  <a:cubicBezTo>
                    <a:pt x="1450" y="2430"/>
                    <a:pt x="1450" y="2429"/>
                    <a:pt x="1450" y="2429"/>
                  </a:cubicBezTo>
                  <a:cubicBezTo>
                    <a:pt x="1653" y="2230"/>
                    <a:pt x="1808" y="1998"/>
                    <a:pt x="1908" y="1745"/>
                  </a:cubicBezTo>
                  <a:cubicBezTo>
                    <a:pt x="2230" y="1948"/>
                    <a:pt x="2553" y="2150"/>
                    <a:pt x="2874" y="2353"/>
                  </a:cubicBezTo>
                  <a:cubicBezTo>
                    <a:pt x="2908" y="2374"/>
                    <a:pt x="2941" y="2383"/>
                    <a:pt x="2972" y="2383"/>
                  </a:cubicBezTo>
                  <a:cubicBezTo>
                    <a:pt x="3128" y="2383"/>
                    <a:pt x="3222" y="2145"/>
                    <a:pt x="3062" y="2030"/>
                  </a:cubicBezTo>
                  <a:cubicBezTo>
                    <a:pt x="2852" y="1879"/>
                    <a:pt x="2642" y="1728"/>
                    <a:pt x="2431" y="1577"/>
                  </a:cubicBezTo>
                  <a:cubicBezTo>
                    <a:pt x="2463" y="1487"/>
                    <a:pt x="2432" y="1372"/>
                    <a:pt x="2315" y="1328"/>
                  </a:cubicBezTo>
                  <a:cubicBezTo>
                    <a:pt x="2221" y="1294"/>
                    <a:pt x="2130" y="1258"/>
                    <a:pt x="2039" y="1221"/>
                  </a:cubicBezTo>
                  <a:cubicBezTo>
                    <a:pt x="2050" y="1123"/>
                    <a:pt x="2054" y="1025"/>
                    <a:pt x="2049" y="926"/>
                  </a:cubicBezTo>
                  <a:cubicBezTo>
                    <a:pt x="2074" y="811"/>
                    <a:pt x="2094" y="695"/>
                    <a:pt x="2111" y="576"/>
                  </a:cubicBezTo>
                  <a:cubicBezTo>
                    <a:pt x="2194" y="483"/>
                    <a:pt x="2286" y="394"/>
                    <a:pt x="2386" y="310"/>
                  </a:cubicBezTo>
                  <a:cubicBezTo>
                    <a:pt x="2532" y="189"/>
                    <a:pt x="2398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7691514" y="3936172"/>
              <a:ext cx="121283" cy="127845"/>
            </a:xfrm>
            <a:custGeom>
              <a:avLst/>
              <a:gdLst/>
              <a:ahLst/>
              <a:cxnLst/>
              <a:rect l="l" t="t" r="r" b="b"/>
              <a:pathLst>
                <a:path w="2606" h="2747" extrusionOk="0">
                  <a:moveTo>
                    <a:pt x="1577" y="0"/>
                  </a:moveTo>
                  <a:cubicBezTo>
                    <a:pt x="1546" y="0"/>
                    <a:pt x="1515" y="8"/>
                    <a:pt x="1486" y="24"/>
                  </a:cubicBezTo>
                  <a:cubicBezTo>
                    <a:pt x="1182" y="103"/>
                    <a:pt x="1143" y="454"/>
                    <a:pt x="1079" y="749"/>
                  </a:cubicBezTo>
                  <a:cubicBezTo>
                    <a:pt x="1060" y="844"/>
                    <a:pt x="1044" y="940"/>
                    <a:pt x="1028" y="1036"/>
                  </a:cubicBezTo>
                  <a:cubicBezTo>
                    <a:pt x="961" y="1011"/>
                    <a:pt x="895" y="987"/>
                    <a:pt x="827" y="963"/>
                  </a:cubicBezTo>
                  <a:cubicBezTo>
                    <a:pt x="712" y="910"/>
                    <a:pt x="597" y="857"/>
                    <a:pt x="483" y="803"/>
                  </a:cubicBezTo>
                  <a:cubicBezTo>
                    <a:pt x="538" y="695"/>
                    <a:pt x="457" y="521"/>
                    <a:pt x="305" y="521"/>
                  </a:cubicBezTo>
                  <a:cubicBezTo>
                    <a:pt x="293" y="521"/>
                    <a:pt x="280" y="522"/>
                    <a:pt x="267" y="525"/>
                  </a:cubicBezTo>
                  <a:cubicBezTo>
                    <a:pt x="15" y="572"/>
                    <a:pt x="1" y="760"/>
                    <a:pt x="81" y="926"/>
                  </a:cubicBezTo>
                  <a:cubicBezTo>
                    <a:pt x="81" y="983"/>
                    <a:pt x="108" y="1037"/>
                    <a:pt x="177" y="1070"/>
                  </a:cubicBezTo>
                  <a:cubicBezTo>
                    <a:pt x="177" y="1072"/>
                    <a:pt x="178" y="1072"/>
                    <a:pt x="179" y="1073"/>
                  </a:cubicBezTo>
                  <a:cubicBezTo>
                    <a:pt x="201" y="1096"/>
                    <a:pt x="225" y="1119"/>
                    <a:pt x="249" y="1138"/>
                  </a:cubicBezTo>
                  <a:cubicBezTo>
                    <a:pt x="429" y="1278"/>
                    <a:pt x="632" y="1397"/>
                    <a:pt x="845" y="1501"/>
                  </a:cubicBezTo>
                  <a:cubicBezTo>
                    <a:pt x="880" y="1526"/>
                    <a:pt x="915" y="1551"/>
                    <a:pt x="950" y="1574"/>
                  </a:cubicBezTo>
                  <a:cubicBezTo>
                    <a:pt x="928" y="1678"/>
                    <a:pt x="907" y="1781"/>
                    <a:pt x="890" y="1887"/>
                  </a:cubicBezTo>
                  <a:cubicBezTo>
                    <a:pt x="880" y="1946"/>
                    <a:pt x="896" y="1998"/>
                    <a:pt x="926" y="2038"/>
                  </a:cubicBezTo>
                  <a:cubicBezTo>
                    <a:pt x="923" y="2138"/>
                    <a:pt x="922" y="2238"/>
                    <a:pt x="922" y="2339"/>
                  </a:cubicBezTo>
                  <a:cubicBezTo>
                    <a:pt x="905" y="2380"/>
                    <a:pt x="889" y="2423"/>
                    <a:pt x="872" y="2464"/>
                  </a:cubicBezTo>
                  <a:cubicBezTo>
                    <a:pt x="809" y="2611"/>
                    <a:pt x="927" y="2747"/>
                    <a:pt x="1047" y="2747"/>
                  </a:cubicBezTo>
                  <a:cubicBezTo>
                    <a:pt x="1101" y="2747"/>
                    <a:pt x="1155" y="2719"/>
                    <a:pt x="1193" y="2652"/>
                  </a:cubicBezTo>
                  <a:cubicBezTo>
                    <a:pt x="1309" y="2448"/>
                    <a:pt x="1407" y="2238"/>
                    <a:pt x="1491" y="2025"/>
                  </a:cubicBezTo>
                  <a:cubicBezTo>
                    <a:pt x="1512" y="1972"/>
                    <a:pt x="1533" y="1920"/>
                    <a:pt x="1552" y="1867"/>
                  </a:cubicBezTo>
                  <a:cubicBezTo>
                    <a:pt x="1648" y="1900"/>
                    <a:pt x="1746" y="1931"/>
                    <a:pt x="1848" y="1954"/>
                  </a:cubicBezTo>
                  <a:cubicBezTo>
                    <a:pt x="1864" y="1958"/>
                    <a:pt x="1879" y="1960"/>
                    <a:pt x="1893" y="1960"/>
                  </a:cubicBezTo>
                  <a:cubicBezTo>
                    <a:pt x="1937" y="1960"/>
                    <a:pt x="1975" y="1944"/>
                    <a:pt x="2005" y="1920"/>
                  </a:cubicBezTo>
                  <a:cubicBezTo>
                    <a:pt x="2083" y="1956"/>
                    <a:pt x="2159" y="1991"/>
                    <a:pt x="2237" y="2027"/>
                  </a:cubicBezTo>
                  <a:cubicBezTo>
                    <a:pt x="2267" y="2041"/>
                    <a:pt x="2296" y="2047"/>
                    <a:pt x="2324" y="2047"/>
                  </a:cubicBezTo>
                  <a:cubicBezTo>
                    <a:pt x="2495" y="2047"/>
                    <a:pt x="2606" y="1814"/>
                    <a:pt x="2425" y="1705"/>
                  </a:cubicBezTo>
                  <a:cubicBezTo>
                    <a:pt x="2190" y="1564"/>
                    <a:pt x="1950" y="1438"/>
                    <a:pt x="1704" y="1322"/>
                  </a:cubicBezTo>
                  <a:cubicBezTo>
                    <a:pt x="1705" y="1313"/>
                    <a:pt x="1706" y="1304"/>
                    <a:pt x="1708" y="1295"/>
                  </a:cubicBezTo>
                  <a:cubicBezTo>
                    <a:pt x="1778" y="964"/>
                    <a:pt x="1814" y="625"/>
                    <a:pt x="1812" y="278"/>
                  </a:cubicBezTo>
                  <a:cubicBezTo>
                    <a:pt x="1812" y="217"/>
                    <a:pt x="1787" y="172"/>
                    <a:pt x="1752" y="142"/>
                  </a:cubicBezTo>
                  <a:cubicBezTo>
                    <a:pt x="1727" y="49"/>
                    <a:pt x="1654" y="0"/>
                    <a:pt x="1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7836205" y="4115583"/>
              <a:ext cx="121237" cy="127892"/>
            </a:xfrm>
            <a:custGeom>
              <a:avLst/>
              <a:gdLst/>
              <a:ahLst/>
              <a:cxnLst/>
              <a:rect l="l" t="t" r="r" b="b"/>
              <a:pathLst>
                <a:path w="2605" h="2748" extrusionOk="0">
                  <a:moveTo>
                    <a:pt x="1577" y="0"/>
                  </a:moveTo>
                  <a:cubicBezTo>
                    <a:pt x="1546" y="0"/>
                    <a:pt x="1515" y="8"/>
                    <a:pt x="1486" y="24"/>
                  </a:cubicBezTo>
                  <a:cubicBezTo>
                    <a:pt x="1182" y="103"/>
                    <a:pt x="1142" y="454"/>
                    <a:pt x="1079" y="749"/>
                  </a:cubicBezTo>
                  <a:cubicBezTo>
                    <a:pt x="1060" y="844"/>
                    <a:pt x="1044" y="940"/>
                    <a:pt x="1027" y="1036"/>
                  </a:cubicBezTo>
                  <a:cubicBezTo>
                    <a:pt x="961" y="1011"/>
                    <a:pt x="894" y="987"/>
                    <a:pt x="827" y="963"/>
                  </a:cubicBezTo>
                  <a:cubicBezTo>
                    <a:pt x="712" y="910"/>
                    <a:pt x="597" y="857"/>
                    <a:pt x="482" y="803"/>
                  </a:cubicBezTo>
                  <a:cubicBezTo>
                    <a:pt x="538" y="695"/>
                    <a:pt x="457" y="521"/>
                    <a:pt x="305" y="521"/>
                  </a:cubicBezTo>
                  <a:cubicBezTo>
                    <a:pt x="293" y="521"/>
                    <a:pt x="280" y="522"/>
                    <a:pt x="267" y="525"/>
                  </a:cubicBezTo>
                  <a:cubicBezTo>
                    <a:pt x="15" y="572"/>
                    <a:pt x="0" y="760"/>
                    <a:pt x="81" y="927"/>
                  </a:cubicBezTo>
                  <a:cubicBezTo>
                    <a:pt x="81" y="983"/>
                    <a:pt x="108" y="1037"/>
                    <a:pt x="175" y="1072"/>
                  </a:cubicBezTo>
                  <a:cubicBezTo>
                    <a:pt x="176" y="1072"/>
                    <a:pt x="177" y="1072"/>
                    <a:pt x="179" y="1073"/>
                  </a:cubicBezTo>
                  <a:cubicBezTo>
                    <a:pt x="200" y="1096"/>
                    <a:pt x="224" y="1119"/>
                    <a:pt x="248" y="1138"/>
                  </a:cubicBezTo>
                  <a:cubicBezTo>
                    <a:pt x="429" y="1278"/>
                    <a:pt x="632" y="1397"/>
                    <a:pt x="845" y="1502"/>
                  </a:cubicBezTo>
                  <a:cubicBezTo>
                    <a:pt x="879" y="1527"/>
                    <a:pt x="914" y="1551"/>
                    <a:pt x="950" y="1574"/>
                  </a:cubicBezTo>
                  <a:cubicBezTo>
                    <a:pt x="928" y="1678"/>
                    <a:pt x="907" y="1782"/>
                    <a:pt x="889" y="1887"/>
                  </a:cubicBezTo>
                  <a:cubicBezTo>
                    <a:pt x="880" y="1946"/>
                    <a:pt x="895" y="1998"/>
                    <a:pt x="926" y="2038"/>
                  </a:cubicBezTo>
                  <a:cubicBezTo>
                    <a:pt x="923" y="2138"/>
                    <a:pt x="921" y="2238"/>
                    <a:pt x="921" y="2340"/>
                  </a:cubicBezTo>
                  <a:cubicBezTo>
                    <a:pt x="905" y="2381"/>
                    <a:pt x="889" y="2423"/>
                    <a:pt x="871" y="2465"/>
                  </a:cubicBezTo>
                  <a:cubicBezTo>
                    <a:pt x="809" y="2612"/>
                    <a:pt x="927" y="2748"/>
                    <a:pt x="1047" y="2748"/>
                  </a:cubicBezTo>
                  <a:cubicBezTo>
                    <a:pt x="1101" y="2748"/>
                    <a:pt x="1155" y="2720"/>
                    <a:pt x="1193" y="2653"/>
                  </a:cubicBezTo>
                  <a:cubicBezTo>
                    <a:pt x="1309" y="2449"/>
                    <a:pt x="1406" y="2239"/>
                    <a:pt x="1490" y="2025"/>
                  </a:cubicBezTo>
                  <a:cubicBezTo>
                    <a:pt x="1511" y="1972"/>
                    <a:pt x="1531" y="1920"/>
                    <a:pt x="1550" y="1867"/>
                  </a:cubicBezTo>
                  <a:cubicBezTo>
                    <a:pt x="1647" y="1900"/>
                    <a:pt x="1745" y="1931"/>
                    <a:pt x="1847" y="1954"/>
                  </a:cubicBezTo>
                  <a:cubicBezTo>
                    <a:pt x="1863" y="1958"/>
                    <a:pt x="1879" y="1960"/>
                    <a:pt x="1894" y="1960"/>
                  </a:cubicBezTo>
                  <a:cubicBezTo>
                    <a:pt x="1938" y="1960"/>
                    <a:pt x="1975" y="1945"/>
                    <a:pt x="2005" y="1920"/>
                  </a:cubicBezTo>
                  <a:cubicBezTo>
                    <a:pt x="2081" y="1956"/>
                    <a:pt x="2159" y="1991"/>
                    <a:pt x="2237" y="2027"/>
                  </a:cubicBezTo>
                  <a:cubicBezTo>
                    <a:pt x="2267" y="2041"/>
                    <a:pt x="2296" y="2047"/>
                    <a:pt x="2324" y="2047"/>
                  </a:cubicBezTo>
                  <a:cubicBezTo>
                    <a:pt x="2494" y="2047"/>
                    <a:pt x="2605" y="1814"/>
                    <a:pt x="2425" y="1705"/>
                  </a:cubicBezTo>
                  <a:cubicBezTo>
                    <a:pt x="2190" y="1564"/>
                    <a:pt x="1949" y="1438"/>
                    <a:pt x="1704" y="1322"/>
                  </a:cubicBezTo>
                  <a:cubicBezTo>
                    <a:pt x="1705" y="1313"/>
                    <a:pt x="1706" y="1304"/>
                    <a:pt x="1708" y="1295"/>
                  </a:cubicBezTo>
                  <a:cubicBezTo>
                    <a:pt x="1778" y="965"/>
                    <a:pt x="1814" y="625"/>
                    <a:pt x="1812" y="278"/>
                  </a:cubicBezTo>
                  <a:cubicBezTo>
                    <a:pt x="1812" y="217"/>
                    <a:pt x="1787" y="172"/>
                    <a:pt x="1752" y="142"/>
                  </a:cubicBezTo>
                  <a:cubicBezTo>
                    <a:pt x="1727" y="49"/>
                    <a:pt x="1654" y="0"/>
                    <a:pt x="1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7898513" y="3534225"/>
              <a:ext cx="128311" cy="104157"/>
            </a:xfrm>
            <a:custGeom>
              <a:avLst/>
              <a:gdLst/>
              <a:ahLst/>
              <a:cxnLst/>
              <a:rect l="l" t="t" r="r" b="b"/>
              <a:pathLst>
                <a:path w="2757" h="2238" extrusionOk="0">
                  <a:moveTo>
                    <a:pt x="1863" y="1"/>
                  </a:moveTo>
                  <a:cubicBezTo>
                    <a:pt x="1822" y="1"/>
                    <a:pt x="1780" y="14"/>
                    <a:pt x="1741" y="46"/>
                  </a:cubicBezTo>
                  <a:cubicBezTo>
                    <a:pt x="1443" y="290"/>
                    <a:pt x="1204" y="580"/>
                    <a:pt x="1024" y="901"/>
                  </a:cubicBezTo>
                  <a:cubicBezTo>
                    <a:pt x="846" y="777"/>
                    <a:pt x="666" y="653"/>
                    <a:pt x="488" y="529"/>
                  </a:cubicBezTo>
                  <a:cubicBezTo>
                    <a:pt x="455" y="506"/>
                    <a:pt x="422" y="496"/>
                    <a:pt x="391" y="496"/>
                  </a:cubicBezTo>
                  <a:cubicBezTo>
                    <a:pt x="348" y="496"/>
                    <a:pt x="308" y="517"/>
                    <a:pt x="277" y="549"/>
                  </a:cubicBezTo>
                  <a:cubicBezTo>
                    <a:pt x="256" y="541"/>
                    <a:pt x="237" y="537"/>
                    <a:pt x="218" y="537"/>
                  </a:cubicBezTo>
                  <a:cubicBezTo>
                    <a:pt x="60" y="537"/>
                    <a:pt x="1" y="793"/>
                    <a:pt x="142" y="892"/>
                  </a:cubicBezTo>
                  <a:cubicBezTo>
                    <a:pt x="365" y="1048"/>
                    <a:pt x="598" y="1187"/>
                    <a:pt x="835" y="1309"/>
                  </a:cubicBezTo>
                  <a:cubicBezTo>
                    <a:pt x="746" y="1545"/>
                    <a:pt x="682" y="1793"/>
                    <a:pt x="649" y="2051"/>
                  </a:cubicBezTo>
                  <a:cubicBezTo>
                    <a:pt x="635" y="2167"/>
                    <a:pt x="717" y="2224"/>
                    <a:pt x="810" y="2227"/>
                  </a:cubicBezTo>
                  <a:cubicBezTo>
                    <a:pt x="830" y="2234"/>
                    <a:pt x="852" y="2238"/>
                    <a:pt x="874" y="2238"/>
                  </a:cubicBezTo>
                  <a:cubicBezTo>
                    <a:pt x="930" y="2238"/>
                    <a:pt x="987" y="2212"/>
                    <a:pt x="1027" y="2151"/>
                  </a:cubicBezTo>
                  <a:cubicBezTo>
                    <a:pt x="1142" y="1973"/>
                    <a:pt x="1247" y="1790"/>
                    <a:pt x="1347" y="1605"/>
                  </a:cubicBezTo>
                  <a:cubicBezTo>
                    <a:pt x="1351" y="1598"/>
                    <a:pt x="1354" y="1592"/>
                    <a:pt x="1357" y="1587"/>
                  </a:cubicBezTo>
                  <a:cubicBezTo>
                    <a:pt x="1517" y="1698"/>
                    <a:pt x="1677" y="1809"/>
                    <a:pt x="1838" y="1920"/>
                  </a:cubicBezTo>
                  <a:cubicBezTo>
                    <a:pt x="1867" y="1941"/>
                    <a:pt x="1897" y="1949"/>
                    <a:pt x="1927" y="1949"/>
                  </a:cubicBezTo>
                  <a:cubicBezTo>
                    <a:pt x="2012" y="1949"/>
                    <a:pt x="2090" y="1878"/>
                    <a:pt x="2114" y="1797"/>
                  </a:cubicBezTo>
                  <a:cubicBezTo>
                    <a:pt x="2220" y="1825"/>
                    <a:pt x="2327" y="1849"/>
                    <a:pt x="2435" y="1871"/>
                  </a:cubicBezTo>
                  <a:cubicBezTo>
                    <a:pt x="2447" y="1873"/>
                    <a:pt x="2458" y="1874"/>
                    <a:pt x="2470" y="1874"/>
                  </a:cubicBezTo>
                  <a:cubicBezTo>
                    <a:pt x="2624" y="1874"/>
                    <a:pt x="2757" y="1681"/>
                    <a:pt x="2616" y="1559"/>
                  </a:cubicBezTo>
                  <a:cubicBezTo>
                    <a:pt x="2583" y="1529"/>
                    <a:pt x="2549" y="1500"/>
                    <a:pt x="2516" y="1471"/>
                  </a:cubicBezTo>
                  <a:cubicBezTo>
                    <a:pt x="2477" y="1437"/>
                    <a:pt x="2435" y="1423"/>
                    <a:pt x="2393" y="1423"/>
                  </a:cubicBezTo>
                  <a:cubicBezTo>
                    <a:pt x="2355" y="1423"/>
                    <a:pt x="2319" y="1435"/>
                    <a:pt x="2287" y="1455"/>
                  </a:cubicBezTo>
                  <a:cubicBezTo>
                    <a:pt x="2034" y="1393"/>
                    <a:pt x="1788" y="1315"/>
                    <a:pt x="1548" y="1221"/>
                  </a:cubicBezTo>
                  <a:cubicBezTo>
                    <a:pt x="1668" y="971"/>
                    <a:pt x="1772" y="713"/>
                    <a:pt x="1859" y="446"/>
                  </a:cubicBezTo>
                  <a:cubicBezTo>
                    <a:pt x="1859" y="444"/>
                    <a:pt x="1859" y="441"/>
                    <a:pt x="1860" y="439"/>
                  </a:cubicBezTo>
                  <a:cubicBezTo>
                    <a:pt x="1907" y="395"/>
                    <a:pt x="1954" y="351"/>
                    <a:pt x="2004" y="310"/>
                  </a:cubicBezTo>
                  <a:cubicBezTo>
                    <a:pt x="2151" y="189"/>
                    <a:pt x="2017" y="1"/>
                    <a:pt x="18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7500470" y="3932868"/>
              <a:ext cx="124867" cy="119654"/>
            </a:xfrm>
            <a:custGeom>
              <a:avLst/>
              <a:gdLst/>
              <a:ahLst/>
              <a:cxnLst/>
              <a:rect l="l" t="t" r="r" b="b"/>
              <a:pathLst>
                <a:path w="2683" h="2571" extrusionOk="0">
                  <a:moveTo>
                    <a:pt x="1832" y="0"/>
                  </a:moveTo>
                  <a:cubicBezTo>
                    <a:pt x="1763" y="0"/>
                    <a:pt x="1700" y="37"/>
                    <a:pt x="1681" y="122"/>
                  </a:cubicBezTo>
                  <a:cubicBezTo>
                    <a:pt x="1653" y="110"/>
                    <a:pt x="1622" y="104"/>
                    <a:pt x="1592" y="104"/>
                  </a:cubicBezTo>
                  <a:cubicBezTo>
                    <a:pt x="1515" y="104"/>
                    <a:pt x="1441" y="145"/>
                    <a:pt x="1424" y="237"/>
                  </a:cubicBezTo>
                  <a:cubicBezTo>
                    <a:pt x="1372" y="518"/>
                    <a:pt x="1305" y="792"/>
                    <a:pt x="1223" y="1063"/>
                  </a:cubicBezTo>
                  <a:cubicBezTo>
                    <a:pt x="1014" y="927"/>
                    <a:pt x="806" y="790"/>
                    <a:pt x="601" y="649"/>
                  </a:cubicBezTo>
                  <a:cubicBezTo>
                    <a:pt x="563" y="621"/>
                    <a:pt x="525" y="593"/>
                    <a:pt x="486" y="564"/>
                  </a:cubicBezTo>
                  <a:cubicBezTo>
                    <a:pt x="475" y="555"/>
                    <a:pt x="463" y="550"/>
                    <a:pt x="451" y="545"/>
                  </a:cubicBezTo>
                  <a:cubicBezTo>
                    <a:pt x="417" y="521"/>
                    <a:pt x="384" y="500"/>
                    <a:pt x="350" y="476"/>
                  </a:cubicBezTo>
                  <a:cubicBezTo>
                    <a:pt x="316" y="452"/>
                    <a:pt x="283" y="442"/>
                    <a:pt x="252" y="442"/>
                  </a:cubicBezTo>
                  <a:cubicBezTo>
                    <a:pt x="101" y="442"/>
                    <a:pt x="1" y="684"/>
                    <a:pt x="162" y="798"/>
                  </a:cubicBezTo>
                  <a:cubicBezTo>
                    <a:pt x="197" y="822"/>
                    <a:pt x="230" y="845"/>
                    <a:pt x="265" y="869"/>
                  </a:cubicBezTo>
                  <a:lnTo>
                    <a:pt x="281" y="892"/>
                  </a:lnTo>
                  <a:cubicBezTo>
                    <a:pt x="252" y="906"/>
                    <a:pt x="222" y="922"/>
                    <a:pt x="194" y="942"/>
                  </a:cubicBezTo>
                  <a:cubicBezTo>
                    <a:pt x="51" y="1039"/>
                    <a:pt x="91" y="1220"/>
                    <a:pt x="238" y="1282"/>
                  </a:cubicBezTo>
                  <a:cubicBezTo>
                    <a:pt x="503" y="1394"/>
                    <a:pt x="767" y="1504"/>
                    <a:pt x="1032" y="1616"/>
                  </a:cubicBezTo>
                  <a:cubicBezTo>
                    <a:pt x="944" y="1841"/>
                    <a:pt x="846" y="2062"/>
                    <a:pt x="735" y="2281"/>
                  </a:cubicBezTo>
                  <a:cubicBezTo>
                    <a:pt x="669" y="2413"/>
                    <a:pt x="787" y="2570"/>
                    <a:pt x="908" y="2570"/>
                  </a:cubicBezTo>
                  <a:cubicBezTo>
                    <a:pt x="950" y="2570"/>
                    <a:pt x="993" y="2552"/>
                    <a:pt x="1028" y="2506"/>
                  </a:cubicBezTo>
                  <a:cubicBezTo>
                    <a:pt x="1039" y="2494"/>
                    <a:pt x="1048" y="2482"/>
                    <a:pt x="1057" y="2468"/>
                  </a:cubicBezTo>
                  <a:cubicBezTo>
                    <a:pt x="1058" y="2469"/>
                    <a:pt x="1058" y="2469"/>
                    <a:pt x="1058" y="2469"/>
                  </a:cubicBezTo>
                  <a:cubicBezTo>
                    <a:pt x="1059" y="2468"/>
                    <a:pt x="1059" y="2466"/>
                    <a:pt x="1060" y="2465"/>
                  </a:cubicBezTo>
                  <a:cubicBezTo>
                    <a:pt x="1094" y="2421"/>
                    <a:pt x="1126" y="2376"/>
                    <a:pt x="1159" y="2331"/>
                  </a:cubicBezTo>
                  <a:cubicBezTo>
                    <a:pt x="1197" y="2368"/>
                    <a:pt x="1251" y="2389"/>
                    <a:pt x="1305" y="2389"/>
                  </a:cubicBezTo>
                  <a:cubicBezTo>
                    <a:pt x="1380" y="2389"/>
                    <a:pt x="1453" y="2350"/>
                    <a:pt x="1479" y="2259"/>
                  </a:cubicBezTo>
                  <a:cubicBezTo>
                    <a:pt x="1520" y="2122"/>
                    <a:pt x="1555" y="1986"/>
                    <a:pt x="1586" y="1848"/>
                  </a:cubicBezTo>
                  <a:cubicBezTo>
                    <a:pt x="1609" y="1857"/>
                    <a:pt x="1630" y="1866"/>
                    <a:pt x="1652" y="1876"/>
                  </a:cubicBezTo>
                  <a:cubicBezTo>
                    <a:pt x="1813" y="1994"/>
                    <a:pt x="1973" y="2111"/>
                    <a:pt x="2134" y="2228"/>
                  </a:cubicBezTo>
                  <a:cubicBezTo>
                    <a:pt x="2168" y="2253"/>
                    <a:pt x="2201" y="2263"/>
                    <a:pt x="2232" y="2263"/>
                  </a:cubicBezTo>
                  <a:cubicBezTo>
                    <a:pt x="2289" y="2263"/>
                    <a:pt x="2339" y="2228"/>
                    <a:pt x="2370" y="2177"/>
                  </a:cubicBezTo>
                  <a:lnTo>
                    <a:pt x="2378" y="2181"/>
                  </a:lnTo>
                  <a:cubicBezTo>
                    <a:pt x="2399" y="2190"/>
                    <a:pt x="2420" y="2194"/>
                    <a:pt x="2440" y="2194"/>
                  </a:cubicBezTo>
                  <a:cubicBezTo>
                    <a:pt x="2599" y="2194"/>
                    <a:pt x="2682" y="1929"/>
                    <a:pt x="2521" y="1839"/>
                  </a:cubicBezTo>
                  <a:cubicBezTo>
                    <a:pt x="2247" y="1687"/>
                    <a:pt x="1976" y="1528"/>
                    <a:pt x="1709" y="1366"/>
                  </a:cubicBezTo>
                  <a:cubicBezTo>
                    <a:pt x="1863" y="1007"/>
                    <a:pt x="1974" y="631"/>
                    <a:pt x="2037" y="234"/>
                  </a:cubicBezTo>
                  <a:cubicBezTo>
                    <a:pt x="2060" y="93"/>
                    <a:pt x="1940" y="0"/>
                    <a:pt x="18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7940687" y="3991601"/>
              <a:ext cx="119282" cy="113278"/>
            </a:xfrm>
            <a:custGeom>
              <a:avLst/>
              <a:gdLst/>
              <a:ahLst/>
              <a:cxnLst/>
              <a:rect l="l" t="t" r="r" b="b"/>
              <a:pathLst>
                <a:path w="2563" h="2434" extrusionOk="0">
                  <a:moveTo>
                    <a:pt x="1431" y="0"/>
                  </a:moveTo>
                  <a:cubicBezTo>
                    <a:pt x="1376" y="0"/>
                    <a:pt x="1322" y="28"/>
                    <a:pt x="1287" y="96"/>
                  </a:cubicBezTo>
                  <a:cubicBezTo>
                    <a:pt x="1118" y="418"/>
                    <a:pt x="987" y="751"/>
                    <a:pt x="890" y="1093"/>
                  </a:cubicBezTo>
                  <a:cubicBezTo>
                    <a:pt x="723" y="969"/>
                    <a:pt x="561" y="840"/>
                    <a:pt x="404" y="700"/>
                  </a:cubicBezTo>
                  <a:cubicBezTo>
                    <a:pt x="365" y="665"/>
                    <a:pt x="322" y="650"/>
                    <a:pt x="280" y="650"/>
                  </a:cubicBezTo>
                  <a:cubicBezTo>
                    <a:pt x="132" y="650"/>
                    <a:pt x="1" y="838"/>
                    <a:pt x="141" y="964"/>
                  </a:cubicBezTo>
                  <a:cubicBezTo>
                    <a:pt x="176" y="994"/>
                    <a:pt x="212" y="1024"/>
                    <a:pt x="247" y="1054"/>
                  </a:cubicBezTo>
                  <a:cubicBezTo>
                    <a:pt x="194" y="1141"/>
                    <a:pt x="197" y="1266"/>
                    <a:pt x="304" y="1316"/>
                  </a:cubicBezTo>
                  <a:cubicBezTo>
                    <a:pt x="466" y="1391"/>
                    <a:pt x="625" y="1471"/>
                    <a:pt x="784" y="1550"/>
                  </a:cubicBezTo>
                  <a:cubicBezTo>
                    <a:pt x="776" y="1594"/>
                    <a:pt x="767" y="1637"/>
                    <a:pt x="761" y="1681"/>
                  </a:cubicBezTo>
                  <a:cubicBezTo>
                    <a:pt x="744" y="1719"/>
                    <a:pt x="727" y="1757"/>
                    <a:pt x="710" y="1796"/>
                  </a:cubicBezTo>
                  <a:cubicBezTo>
                    <a:pt x="708" y="1801"/>
                    <a:pt x="706" y="1806"/>
                    <a:pt x="705" y="1811"/>
                  </a:cubicBezTo>
                  <a:cubicBezTo>
                    <a:pt x="647" y="1922"/>
                    <a:pt x="588" y="2034"/>
                    <a:pt x="526" y="2143"/>
                  </a:cubicBezTo>
                  <a:cubicBezTo>
                    <a:pt x="444" y="2288"/>
                    <a:pt x="573" y="2422"/>
                    <a:pt x="699" y="2422"/>
                  </a:cubicBezTo>
                  <a:cubicBezTo>
                    <a:pt x="729" y="2422"/>
                    <a:pt x="759" y="2414"/>
                    <a:pt x="785" y="2398"/>
                  </a:cubicBezTo>
                  <a:cubicBezTo>
                    <a:pt x="821" y="2420"/>
                    <a:pt x="863" y="2433"/>
                    <a:pt x="904" y="2433"/>
                  </a:cubicBezTo>
                  <a:cubicBezTo>
                    <a:pt x="964" y="2433"/>
                    <a:pt x="1021" y="2406"/>
                    <a:pt x="1049" y="2341"/>
                  </a:cubicBezTo>
                  <a:cubicBezTo>
                    <a:pt x="1130" y="2161"/>
                    <a:pt x="1204" y="1978"/>
                    <a:pt x="1273" y="1795"/>
                  </a:cubicBezTo>
                  <a:cubicBezTo>
                    <a:pt x="1279" y="1797"/>
                    <a:pt x="1285" y="1800"/>
                    <a:pt x="1289" y="1802"/>
                  </a:cubicBezTo>
                  <a:cubicBezTo>
                    <a:pt x="1490" y="1921"/>
                    <a:pt x="1695" y="2029"/>
                    <a:pt x="1907" y="2127"/>
                  </a:cubicBezTo>
                  <a:cubicBezTo>
                    <a:pt x="1936" y="2141"/>
                    <a:pt x="1965" y="2147"/>
                    <a:pt x="1993" y="2147"/>
                  </a:cubicBezTo>
                  <a:cubicBezTo>
                    <a:pt x="2071" y="2147"/>
                    <a:pt x="2138" y="2097"/>
                    <a:pt x="2170" y="2032"/>
                  </a:cubicBezTo>
                  <a:cubicBezTo>
                    <a:pt x="2199" y="2039"/>
                    <a:pt x="2228" y="2046"/>
                    <a:pt x="2258" y="2052"/>
                  </a:cubicBezTo>
                  <a:cubicBezTo>
                    <a:pt x="2275" y="2056"/>
                    <a:pt x="2292" y="2058"/>
                    <a:pt x="2308" y="2058"/>
                  </a:cubicBezTo>
                  <a:cubicBezTo>
                    <a:pt x="2505" y="2058"/>
                    <a:pt x="2562" y="1769"/>
                    <a:pt x="2357" y="1692"/>
                  </a:cubicBezTo>
                  <a:cubicBezTo>
                    <a:pt x="2049" y="1577"/>
                    <a:pt x="1740" y="1461"/>
                    <a:pt x="1432" y="1345"/>
                  </a:cubicBezTo>
                  <a:cubicBezTo>
                    <a:pt x="1514" y="1098"/>
                    <a:pt x="1586" y="849"/>
                    <a:pt x="1647" y="594"/>
                  </a:cubicBezTo>
                  <a:cubicBezTo>
                    <a:pt x="1666" y="514"/>
                    <a:pt x="1639" y="451"/>
                    <a:pt x="1594" y="411"/>
                  </a:cubicBezTo>
                  <a:cubicBezTo>
                    <a:pt x="1605" y="354"/>
                    <a:pt x="1617" y="298"/>
                    <a:pt x="1627" y="239"/>
                  </a:cubicBezTo>
                  <a:cubicBezTo>
                    <a:pt x="1651" y="110"/>
                    <a:pt x="1540" y="0"/>
                    <a:pt x="14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8011520" y="3749827"/>
              <a:ext cx="130731" cy="130312"/>
            </a:xfrm>
            <a:custGeom>
              <a:avLst/>
              <a:gdLst/>
              <a:ahLst/>
              <a:cxnLst/>
              <a:rect l="l" t="t" r="r" b="b"/>
              <a:pathLst>
                <a:path w="2809" h="2800" extrusionOk="0">
                  <a:moveTo>
                    <a:pt x="1994" y="1"/>
                  </a:moveTo>
                  <a:cubicBezTo>
                    <a:pt x="1952" y="1"/>
                    <a:pt x="1911" y="15"/>
                    <a:pt x="1877" y="49"/>
                  </a:cubicBezTo>
                  <a:cubicBezTo>
                    <a:pt x="1860" y="44"/>
                    <a:pt x="1842" y="42"/>
                    <a:pt x="1824" y="42"/>
                  </a:cubicBezTo>
                  <a:cubicBezTo>
                    <a:pt x="1753" y="42"/>
                    <a:pt x="1679" y="82"/>
                    <a:pt x="1643" y="171"/>
                  </a:cubicBezTo>
                  <a:cubicBezTo>
                    <a:pt x="1518" y="477"/>
                    <a:pt x="1403" y="787"/>
                    <a:pt x="1299" y="1099"/>
                  </a:cubicBezTo>
                  <a:cubicBezTo>
                    <a:pt x="979" y="969"/>
                    <a:pt x="669" y="819"/>
                    <a:pt x="367" y="650"/>
                  </a:cubicBezTo>
                  <a:cubicBezTo>
                    <a:pt x="336" y="633"/>
                    <a:pt x="305" y="625"/>
                    <a:pt x="275" y="625"/>
                  </a:cubicBezTo>
                  <a:cubicBezTo>
                    <a:pt x="110" y="625"/>
                    <a:pt x="0" y="873"/>
                    <a:pt x="179" y="973"/>
                  </a:cubicBezTo>
                  <a:cubicBezTo>
                    <a:pt x="492" y="1148"/>
                    <a:pt x="813" y="1304"/>
                    <a:pt x="1146" y="1439"/>
                  </a:cubicBezTo>
                  <a:cubicBezTo>
                    <a:pt x="973" y="1795"/>
                    <a:pt x="808" y="2156"/>
                    <a:pt x="651" y="2521"/>
                  </a:cubicBezTo>
                  <a:cubicBezTo>
                    <a:pt x="587" y="2672"/>
                    <a:pt x="697" y="2799"/>
                    <a:pt x="817" y="2799"/>
                  </a:cubicBezTo>
                  <a:cubicBezTo>
                    <a:pt x="872" y="2799"/>
                    <a:pt x="930" y="2773"/>
                    <a:pt x="973" y="2710"/>
                  </a:cubicBezTo>
                  <a:cubicBezTo>
                    <a:pt x="1051" y="2598"/>
                    <a:pt x="1123" y="2484"/>
                    <a:pt x="1193" y="2369"/>
                  </a:cubicBezTo>
                  <a:cubicBezTo>
                    <a:pt x="1257" y="2360"/>
                    <a:pt x="1318" y="2321"/>
                    <a:pt x="1350" y="2243"/>
                  </a:cubicBezTo>
                  <a:cubicBezTo>
                    <a:pt x="1430" y="2042"/>
                    <a:pt x="1504" y="1842"/>
                    <a:pt x="1574" y="1638"/>
                  </a:cubicBezTo>
                  <a:cubicBezTo>
                    <a:pt x="1579" y="1626"/>
                    <a:pt x="1584" y="1614"/>
                    <a:pt x="1590" y="1603"/>
                  </a:cubicBezTo>
                  <a:cubicBezTo>
                    <a:pt x="1676" y="1631"/>
                    <a:pt x="1761" y="1659"/>
                    <a:pt x="1849" y="1685"/>
                  </a:cubicBezTo>
                  <a:cubicBezTo>
                    <a:pt x="1962" y="1718"/>
                    <a:pt x="2355" y="1748"/>
                    <a:pt x="2427" y="1834"/>
                  </a:cubicBezTo>
                  <a:cubicBezTo>
                    <a:pt x="2464" y="1877"/>
                    <a:pt x="2508" y="1896"/>
                    <a:pt x="2550" y="1896"/>
                  </a:cubicBezTo>
                  <a:cubicBezTo>
                    <a:pt x="2684" y="1896"/>
                    <a:pt x="2809" y="1708"/>
                    <a:pt x="2691" y="1570"/>
                  </a:cubicBezTo>
                  <a:cubicBezTo>
                    <a:pt x="2514" y="1360"/>
                    <a:pt x="1990" y="1338"/>
                    <a:pt x="1729" y="1257"/>
                  </a:cubicBezTo>
                  <a:cubicBezTo>
                    <a:pt x="1779" y="1120"/>
                    <a:pt x="1823" y="982"/>
                    <a:pt x="1864" y="841"/>
                  </a:cubicBezTo>
                  <a:cubicBezTo>
                    <a:pt x="1963" y="652"/>
                    <a:pt x="2063" y="465"/>
                    <a:pt x="2167" y="280"/>
                  </a:cubicBezTo>
                  <a:cubicBezTo>
                    <a:pt x="2248" y="135"/>
                    <a:pt x="2120" y="1"/>
                    <a:pt x="1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7400875" y="3788223"/>
              <a:ext cx="120352" cy="121376"/>
            </a:xfrm>
            <a:custGeom>
              <a:avLst/>
              <a:gdLst/>
              <a:ahLst/>
              <a:cxnLst/>
              <a:rect l="l" t="t" r="r" b="b"/>
              <a:pathLst>
                <a:path w="2586" h="2608" extrusionOk="0">
                  <a:moveTo>
                    <a:pt x="1329" y="1"/>
                  </a:moveTo>
                  <a:cubicBezTo>
                    <a:pt x="1257" y="1"/>
                    <a:pt x="1188" y="41"/>
                    <a:pt x="1169" y="135"/>
                  </a:cubicBezTo>
                  <a:cubicBezTo>
                    <a:pt x="1107" y="444"/>
                    <a:pt x="1074" y="751"/>
                    <a:pt x="1068" y="1056"/>
                  </a:cubicBezTo>
                  <a:cubicBezTo>
                    <a:pt x="917" y="961"/>
                    <a:pt x="771" y="854"/>
                    <a:pt x="633" y="731"/>
                  </a:cubicBezTo>
                  <a:cubicBezTo>
                    <a:pt x="594" y="696"/>
                    <a:pt x="551" y="682"/>
                    <a:pt x="510" y="682"/>
                  </a:cubicBezTo>
                  <a:cubicBezTo>
                    <a:pt x="436" y="682"/>
                    <a:pt x="367" y="728"/>
                    <a:pt x="332" y="789"/>
                  </a:cubicBezTo>
                  <a:cubicBezTo>
                    <a:pt x="321" y="786"/>
                    <a:pt x="310" y="781"/>
                    <a:pt x="299" y="777"/>
                  </a:cubicBezTo>
                  <a:cubicBezTo>
                    <a:pt x="279" y="769"/>
                    <a:pt x="260" y="766"/>
                    <a:pt x="242" y="766"/>
                  </a:cubicBezTo>
                  <a:cubicBezTo>
                    <a:pt x="95" y="766"/>
                    <a:pt x="1" y="980"/>
                    <a:pt x="117" y="1089"/>
                  </a:cubicBezTo>
                  <a:cubicBezTo>
                    <a:pt x="386" y="1341"/>
                    <a:pt x="690" y="1541"/>
                    <a:pt x="1017" y="1682"/>
                  </a:cubicBezTo>
                  <a:cubicBezTo>
                    <a:pt x="997" y="1927"/>
                    <a:pt x="1000" y="2177"/>
                    <a:pt x="1023" y="2429"/>
                  </a:cubicBezTo>
                  <a:cubicBezTo>
                    <a:pt x="1035" y="2548"/>
                    <a:pt x="1134" y="2607"/>
                    <a:pt x="1227" y="2607"/>
                  </a:cubicBezTo>
                  <a:cubicBezTo>
                    <a:pt x="1321" y="2607"/>
                    <a:pt x="1408" y="2548"/>
                    <a:pt x="1396" y="2429"/>
                  </a:cubicBezTo>
                  <a:cubicBezTo>
                    <a:pt x="1396" y="2426"/>
                    <a:pt x="1396" y="2422"/>
                    <a:pt x="1395" y="2418"/>
                  </a:cubicBezTo>
                  <a:cubicBezTo>
                    <a:pt x="1490" y="2413"/>
                    <a:pt x="1579" y="2350"/>
                    <a:pt x="1570" y="2237"/>
                  </a:cubicBezTo>
                  <a:cubicBezTo>
                    <a:pt x="1559" y="2109"/>
                    <a:pt x="1550" y="1980"/>
                    <a:pt x="1543" y="1852"/>
                  </a:cubicBezTo>
                  <a:lnTo>
                    <a:pt x="1543" y="1852"/>
                  </a:lnTo>
                  <a:cubicBezTo>
                    <a:pt x="1761" y="1900"/>
                    <a:pt x="1986" y="1926"/>
                    <a:pt x="2216" y="1926"/>
                  </a:cubicBezTo>
                  <a:cubicBezTo>
                    <a:pt x="2259" y="1926"/>
                    <a:pt x="2302" y="1925"/>
                    <a:pt x="2346" y="1923"/>
                  </a:cubicBezTo>
                  <a:cubicBezTo>
                    <a:pt x="2582" y="1913"/>
                    <a:pt x="2586" y="1550"/>
                    <a:pt x="2354" y="1550"/>
                  </a:cubicBezTo>
                  <a:cubicBezTo>
                    <a:pt x="2353" y="1550"/>
                    <a:pt x="2351" y="1550"/>
                    <a:pt x="2349" y="1550"/>
                  </a:cubicBezTo>
                  <a:cubicBezTo>
                    <a:pt x="2329" y="1530"/>
                    <a:pt x="2303" y="1513"/>
                    <a:pt x="2269" y="1500"/>
                  </a:cubicBezTo>
                  <a:lnTo>
                    <a:pt x="1528" y="1227"/>
                  </a:lnTo>
                  <a:cubicBezTo>
                    <a:pt x="1528" y="1107"/>
                    <a:pt x="1531" y="986"/>
                    <a:pt x="1535" y="866"/>
                  </a:cubicBezTo>
                  <a:cubicBezTo>
                    <a:pt x="1537" y="796"/>
                    <a:pt x="1505" y="745"/>
                    <a:pt x="1457" y="716"/>
                  </a:cubicBezTo>
                  <a:cubicBezTo>
                    <a:pt x="1472" y="556"/>
                    <a:pt x="1496" y="396"/>
                    <a:pt x="1529" y="234"/>
                  </a:cubicBezTo>
                  <a:cubicBezTo>
                    <a:pt x="1558" y="93"/>
                    <a:pt x="1439" y="1"/>
                    <a:pt x="1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0" name="Google Shape;790;p16"/>
          <p:cNvGrpSpPr/>
          <p:nvPr/>
        </p:nvGrpSpPr>
        <p:grpSpPr>
          <a:xfrm>
            <a:off x="7362464" y="2248186"/>
            <a:ext cx="1109662" cy="878396"/>
            <a:chOff x="241650" y="401625"/>
            <a:chExt cx="906097" cy="821106"/>
          </a:xfrm>
        </p:grpSpPr>
        <p:sp>
          <p:nvSpPr>
            <p:cNvPr id="791" name="Google Shape;791;p16"/>
            <p:cNvSpPr/>
            <p:nvPr/>
          </p:nvSpPr>
          <p:spPr>
            <a:xfrm>
              <a:off x="537634" y="815798"/>
              <a:ext cx="236046" cy="206459"/>
            </a:xfrm>
            <a:custGeom>
              <a:avLst/>
              <a:gdLst/>
              <a:ahLst/>
              <a:cxnLst/>
              <a:rect l="l" t="t" r="r" b="b"/>
              <a:pathLst>
                <a:path w="7300" h="6385" extrusionOk="0">
                  <a:moveTo>
                    <a:pt x="3732" y="0"/>
                  </a:moveTo>
                  <a:cubicBezTo>
                    <a:pt x="3450" y="0"/>
                    <a:pt x="3169" y="90"/>
                    <a:pt x="2954" y="273"/>
                  </a:cubicBezTo>
                  <a:cubicBezTo>
                    <a:pt x="2487" y="670"/>
                    <a:pt x="2406" y="1447"/>
                    <a:pt x="2780" y="1933"/>
                  </a:cubicBezTo>
                  <a:cubicBezTo>
                    <a:pt x="2354" y="1582"/>
                    <a:pt x="1898" y="1219"/>
                    <a:pt x="1353" y="1133"/>
                  </a:cubicBezTo>
                  <a:cubicBezTo>
                    <a:pt x="1292" y="1123"/>
                    <a:pt x="1229" y="1118"/>
                    <a:pt x="1167" y="1118"/>
                  </a:cubicBezTo>
                  <a:cubicBezTo>
                    <a:pt x="669" y="1118"/>
                    <a:pt x="149" y="1417"/>
                    <a:pt x="80" y="1902"/>
                  </a:cubicBezTo>
                  <a:cubicBezTo>
                    <a:pt x="0" y="2465"/>
                    <a:pt x="521" y="2919"/>
                    <a:pt x="1009" y="3210"/>
                  </a:cubicBezTo>
                  <a:cubicBezTo>
                    <a:pt x="1265" y="3363"/>
                    <a:pt x="1572" y="3503"/>
                    <a:pt x="1858" y="3503"/>
                  </a:cubicBezTo>
                  <a:cubicBezTo>
                    <a:pt x="1994" y="3503"/>
                    <a:pt x="2125" y="3472"/>
                    <a:pt x="2244" y="3395"/>
                  </a:cubicBezTo>
                  <a:lnTo>
                    <a:pt x="2244" y="3395"/>
                  </a:lnTo>
                  <a:lnTo>
                    <a:pt x="2232" y="3497"/>
                  </a:lnTo>
                  <a:cubicBezTo>
                    <a:pt x="1903" y="3963"/>
                    <a:pt x="1435" y="4403"/>
                    <a:pt x="1434" y="4973"/>
                  </a:cubicBezTo>
                  <a:cubicBezTo>
                    <a:pt x="1434" y="5492"/>
                    <a:pt x="1910" y="5961"/>
                    <a:pt x="2427" y="5961"/>
                  </a:cubicBezTo>
                  <a:cubicBezTo>
                    <a:pt x="2438" y="5961"/>
                    <a:pt x="2449" y="5961"/>
                    <a:pt x="2460" y="5960"/>
                  </a:cubicBezTo>
                  <a:cubicBezTo>
                    <a:pt x="2989" y="5940"/>
                    <a:pt x="3447" y="5425"/>
                    <a:pt x="3406" y="4896"/>
                  </a:cubicBezTo>
                  <a:lnTo>
                    <a:pt x="3406" y="4896"/>
                  </a:lnTo>
                  <a:cubicBezTo>
                    <a:pt x="3603" y="5746"/>
                    <a:pt x="4448" y="6384"/>
                    <a:pt x="5313" y="6384"/>
                  </a:cubicBezTo>
                  <a:cubicBezTo>
                    <a:pt x="5399" y="6384"/>
                    <a:pt x="5485" y="6378"/>
                    <a:pt x="5571" y="6365"/>
                  </a:cubicBezTo>
                  <a:cubicBezTo>
                    <a:pt x="5700" y="6346"/>
                    <a:pt x="5838" y="6306"/>
                    <a:pt x="5919" y="6204"/>
                  </a:cubicBezTo>
                  <a:cubicBezTo>
                    <a:pt x="5983" y="6124"/>
                    <a:pt x="6001" y="6018"/>
                    <a:pt x="6017" y="5916"/>
                  </a:cubicBezTo>
                  <a:cubicBezTo>
                    <a:pt x="6079" y="5508"/>
                    <a:pt x="6114" y="5082"/>
                    <a:pt x="5981" y="4691"/>
                  </a:cubicBezTo>
                  <a:cubicBezTo>
                    <a:pt x="5848" y="4301"/>
                    <a:pt x="5506" y="3955"/>
                    <a:pt x="5094" y="3937"/>
                  </a:cubicBezTo>
                  <a:cubicBezTo>
                    <a:pt x="5630" y="3855"/>
                    <a:pt x="6180" y="3727"/>
                    <a:pt x="6608" y="3391"/>
                  </a:cubicBezTo>
                  <a:cubicBezTo>
                    <a:pt x="7034" y="3057"/>
                    <a:pt x="7300" y="2464"/>
                    <a:pt x="7106" y="1957"/>
                  </a:cubicBezTo>
                  <a:cubicBezTo>
                    <a:pt x="6938" y="1520"/>
                    <a:pt x="6459" y="1256"/>
                    <a:pt x="5990" y="1256"/>
                  </a:cubicBezTo>
                  <a:cubicBezTo>
                    <a:pt x="5950" y="1256"/>
                    <a:pt x="5910" y="1258"/>
                    <a:pt x="5871" y="1262"/>
                  </a:cubicBezTo>
                  <a:cubicBezTo>
                    <a:pt x="5422" y="1306"/>
                    <a:pt x="5019" y="1563"/>
                    <a:pt x="4719" y="1902"/>
                  </a:cubicBezTo>
                  <a:lnTo>
                    <a:pt x="4719" y="1902"/>
                  </a:lnTo>
                  <a:cubicBezTo>
                    <a:pt x="5033" y="1449"/>
                    <a:pt x="5002" y="772"/>
                    <a:pt x="4622" y="366"/>
                  </a:cubicBezTo>
                  <a:cubicBezTo>
                    <a:pt x="4395" y="124"/>
                    <a:pt x="4063" y="0"/>
                    <a:pt x="37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16503" y="401625"/>
              <a:ext cx="236013" cy="206491"/>
            </a:xfrm>
            <a:custGeom>
              <a:avLst/>
              <a:gdLst/>
              <a:ahLst/>
              <a:cxnLst/>
              <a:rect l="l" t="t" r="r" b="b"/>
              <a:pathLst>
                <a:path w="7299" h="6386" extrusionOk="0">
                  <a:moveTo>
                    <a:pt x="3731" y="1"/>
                  </a:moveTo>
                  <a:cubicBezTo>
                    <a:pt x="3450" y="1"/>
                    <a:pt x="3170" y="90"/>
                    <a:pt x="2955" y="273"/>
                  </a:cubicBezTo>
                  <a:cubicBezTo>
                    <a:pt x="2486" y="671"/>
                    <a:pt x="2405" y="1448"/>
                    <a:pt x="2780" y="1933"/>
                  </a:cubicBezTo>
                  <a:cubicBezTo>
                    <a:pt x="2353" y="1584"/>
                    <a:pt x="1897" y="1220"/>
                    <a:pt x="1353" y="1133"/>
                  </a:cubicBezTo>
                  <a:cubicBezTo>
                    <a:pt x="1292" y="1123"/>
                    <a:pt x="1230" y="1119"/>
                    <a:pt x="1167" y="1119"/>
                  </a:cubicBezTo>
                  <a:cubicBezTo>
                    <a:pt x="669" y="1119"/>
                    <a:pt x="148" y="1418"/>
                    <a:pt x="80" y="1903"/>
                  </a:cubicBezTo>
                  <a:cubicBezTo>
                    <a:pt x="0" y="2466"/>
                    <a:pt x="521" y="2920"/>
                    <a:pt x="1008" y="3211"/>
                  </a:cubicBezTo>
                  <a:cubicBezTo>
                    <a:pt x="1264" y="3364"/>
                    <a:pt x="1572" y="3504"/>
                    <a:pt x="1858" y="3504"/>
                  </a:cubicBezTo>
                  <a:cubicBezTo>
                    <a:pt x="1994" y="3504"/>
                    <a:pt x="2125" y="3473"/>
                    <a:pt x="2243" y="3395"/>
                  </a:cubicBezTo>
                  <a:lnTo>
                    <a:pt x="2243" y="3395"/>
                  </a:lnTo>
                  <a:lnTo>
                    <a:pt x="2231" y="3499"/>
                  </a:lnTo>
                  <a:cubicBezTo>
                    <a:pt x="1902" y="3964"/>
                    <a:pt x="1434" y="4403"/>
                    <a:pt x="1433" y="4974"/>
                  </a:cubicBezTo>
                  <a:cubicBezTo>
                    <a:pt x="1433" y="5492"/>
                    <a:pt x="1909" y="5962"/>
                    <a:pt x="2426" y="5962"/>
                  </a:cubicBezTo>
                  <a:cubicBezTo>
                    <a:pt x="2437" y="5962"/>
                    <a:pt x="2448" y="5961"/>
                    <a:pt x="2459" y="5961"/>
                  </a:cubicBezTo>
                  <a:cubicBezTo>
                    <a:pt x="2989" y="5941"/>
                    <a:pt x="3446" y="5426"/>
                    <a:pt x="3406" y="4898"/>
                  </a:cubicBezTo>
                  <a:lnTo>
                    <a:pt x="3406" y="4898"/>
                  </a:lnTo>
                  <a:cubicBezTo>
                    <a:pt x="3602" y="5747"/>
                    <a:pt x="4448" y="6385"/>
                    <a:pt x="5313" y="6385"/>
                  </a:cubicBezTo>
                  <a:cubicBezTo>
                    <a:pt x="5399" y="6385"/>
                    <a:pt x="5485" y="6379"/>
                    <a:pt x="5571" y="6366"/>
                  </a:cubicBezTo>
                  <a:cubicBezTo>
                    <a:pt x="5701" y="6346"/>
                    <a:pt x="5837" y="6307"/>
                    <a:pt x="5919" y="6204"/>
                  </a:cubicBezTo>
                  <a:cubicBezTo>
                    <a:pt x="5982" y="6124"/>
                    <a:pt x="6002" y="6018"/>
                    <a:pt x="6016" y="5917"/>
                  </a:cubicBezTo>
                  <a:cubicBezTo>
                    <a:pt x="6078" y="5510"/>
                    <a:pt x="6114" y="5083"/>
                    <a:pt x="5981" y="4693"/>
                  </a:cubicBezTo>
                  <a:cubicBezTo>
                    <a:pt x="5847" y="4302"/>
                    <a:pt x="5506" y="3956"/>
                    <a:pt x="5093" y="3938"/>
                  </a:cubicBezTo>
                  <a:cubicBezTo>
                    <a:pt x="5630" y="3855"/>
                    <a:pt x="6181" y="3728"/>
                    <a:pt x="6607" y="3393"/>
                  </a:cubicBezTo>
                  <a:cubicBezTo>
                    <a:pt x="7033" y="3057"/>
                    <a:pt x="7299" y="2464"/>
                    <a:pt x="7105" y="1958"/>
                  </a:cubicBezTo>
                  <a:cubicBezTo>
                    <a:pt x="6938" y="1521"/>
                    <a:pt x="6459" y="1257"/>
                    <a:pt x="5989" y="1257"/>
                  </a:cubicBezTo>
                  <a:cubicBezTo>
                    <a:pt x="5949" y="1257"/>
                    <a:pt x="5909" y="1259"/>
                    <a:pt x="5870" y="1263"/>
                  </a:cubicBezTo>
                  <a:cubicBezTo>
                    <a:pt x="5423" y="1307"/>
                    <a:pt x="5019" y="1562"/>
                    <a:pt x="4720" y="1901"/>
                  </a:cubicBezTo>
                  <a:lnTo>
                    <a:pt x="4720" y="1901"/>
                  </a:lnTo>
                  <a:cubicBezTo>
                    <a:pt x="5033" y="1449"/>
                    <a:pt x="5001" y="772"/>
                    <a:pt x="4622" y="368"/>
                  </a:cubicBezTo>
                  <a:cubicBezTo>
                    <a:pt x="4394" y="125"/>
                    <a:pt x="4062" y="1"/>
                    <a:pt x="37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17893" y="908501"/>
              <a:ext cx="188351" cy="164747"/>
            </a:xfrm>
            <a:custGeom>
              <a:avLst/>
              <a:gdLst/>
              <a:ahLst/>
              <a:cxnLst/>
              <a:rect l="l" t="t" r="r" b="b"/>
              <a:pathLst>
                <a:path w="5825" h="5095" extrusionOk="0">
                  <a:moveTo>
                    <a:pt x="2978" y="0"/>
                  </a:moveTo>
                  <a:cubicBezTo>
                    <a:pt x="2753" y="0"/>
                    <a:pt x="2529" y="72"/>
                    <a:pt x="2357" y="218"/>
                  </a:cubicBezTo>
                  <a:cubicBezTo>
                    <a:pt x="1984" y="536"/>
                    <a:pt x="1920" y="1155"/>
                    <a:pt x="2219" y="1542"/>
                  </a:cubicBezTo>
                  <a:cubicBezTo>
                    <a:pt x="1878" y="1263"/>
                    <a:pt x="1515" y="973"/>
                    <a:pt x="1080" y="904"/>
                  </a:cubicBezTo>
                  <a:cubicBezTo>
                    <a:pt x="1031" y="896"/>
                    <a:pt x="981" y="893"/>
                    <a:pt x="930" y="893"/>
                  </a:cubicBezTo>
                  <a:cubicBezTo>
                    <a:pt x="534" y="893"/>
                    <a:pt x="119" y="1131"/>
                    <a:pt x="64" y="1519"/>
                  </a:cubicBezTo>
                  <a:cubicBezTo>
                    <a:pt x="0" y="1967"/>
                    <a:pt x="416" y="2329"/>
                    <a:pt x="805" y="2561"/>
                  </a:cubicBezTo>
                  <a:cubicBezTo>
                    <a:pt x="1010" y="2684"/>
                    <a:pt x="1255" y="2796"/>
                    <a:pt x="1483" y="2796"/>
                  </a:cubicBezTo>
                  <a:cubicBezTo>
                    <a:pt x="1591" y="2796"/>
                    <a:pt x="1696" y="2771"/>
                    <a:pt x="1791" y="2709"/>
                  </a:cubicBezTo>
                  <a:lnTo>
                    <a:pt x="1791" y="2709"/>
                  </a:lnTo>
                  <a:lnTo>
                    <a:pt x="1781" y="2791"/>
                  </a:lnTo>
                  <a:cubicBezTo>
                    <a:pt x="1519" y="3162"/>
                    <a:pt x="1144" y="3514"/>
                    <a:pt x="1144" y="3968"/>
                  </a:cubicBezTo>
                  <a:cubicBezTo>
                    <a:pt x="1143" y="4382"/>
                    <a:pt x="1523" y="4757"/>
                    <a:pt x="1936" y="4757"/>
                  </a:cubicBezTo>
                  <a:cubicBezTo>
                    <a:pt x="1945" y="4757"/>
                    <a:pt x="1954" y="4756"/>
                    <a:pt x="1963" y="4756"/>
                  </a:cubicBezTo>
                  <a:cubicBezTo>
                    <a:pt x="2385" y="4740"/>
                    <a:pt x="2751" y="4329"/>
                    <a:pt x="2718" y="3907"/>
                  </a:cubicBezTo>
                  <a:lnTo>
                    <a:pt x="2718" y="3907"/>
                  </a:lnTo>
                  <a:cubicBezTo>
                    <a:pt x="2875" y="4585"/>
                    <a:pt x="3550" y="5095"/>
                    <a:pt x="4240" y="5095"/>
                  </a:cubicBezTo>
                  <a:cubicBezTo>
                    <a:pt x="4308" y="5095"/>
                    <a:pt x="4377" y="5090"/>
                    <a:pt x="4445" y="5079"/>
                  </a:cubicBezTo>
                  <a:cubicBezTo>
                    <a:pt x="4548" y="5064"/>
                    <a:pt x="4658" y="5032"/>
                    <a:pt x="4723" y="4951"/>
                  </a:cubicBezTo>
                  <a:cubicBezTo>
                    <a:pt x="4774" y="4887"/>
                    <a:pt x="4789" y="4802"/>
                    <a:pt x="4801" y="4721"/>
                  </a:cubicBezTo>
                  <a:cubicBezTo>
                    <a:pt x="4851" y="4396"/>
                    <a:pt x="4879" y="4056"/>
                    <a:pt x="4773" y="3744"/>
                  </a:cubicBezTo>
                  <a:cubicBezTo>
                    <a:pt x="4666" y="3433"/>
                    <a:pt x="4393" y="3156"/>
                    <a:pt x="4065" y="3142"/>
                  </a:cubicBezTo>
                  <a:cubicBezTo>
                    <a:pt x="4492" y="3076"/>
                    <a:pt x="4932" y="2974"/>
                    <a:pt x="5272" y="2707"/>
                  </a:cubicBezTo>
                  <a:cubicBezTo>
                    <a:pt x="5613" y="2440"/>
                    <a:pt x="5824" y="1966"/>
                    <a:pt x="5669" y="1561"/>
                  </a:cubicBezTo>
                  <a:cubicBezTo>
                    <a:pt x="5536" y="1214"/>
                    <a:pt x="5155" y="1003"/>
                    <a:pt x="4781" y="1003"/>
                  </a:cubicBezTo>
                  <a:cubicBezTo>
                    <a:pt x="4749" y="1003"/>
                    <a:pt x="4716" y="1005"/>
                    <a:pt x="4684" y="1008"/>
                  </a:cubicBezTo>
                  <a:cubicBezTo>
                    <a:pt x="4327" y="1043"/>
                    <a:pt x="4006" y="1246"/>
                    <a:pt x="3767" y="1515"/>
                  </a:cubicBezTo>
                  <a:lnTo>
                    <a:pt x="3767" y="1515"/>
                  </a:lnTo>
                  <a:cubicBezTo>
                    <a:pt x="4016" y="1155"/>
                    <a:pt x="3991" y="616"/>
                    <a:pt x="3688" y="292"/>
                  </a:cubicBezTo>
                  <a:cubicBezTo>
                    <a:pt x="3507" y="99"/>
                    <a:pt x="3242" y="0"/>
                    <a:pt x="29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705188" y="637117"/>
              <a:ext cx="150713" cy="164003"/>
            </a:xfrm>
            <a:custGeom>
              <a:avLst/>
              <a:gdLst/>
              <a:ahLst/>
              <a:cxnLst/>
              <a:rect l="l" t="t" r="r" b="b"/>
              <a:pathLst>
                <a:path w="4661" h="5072" extrusionOk="0">
                  <a:moveTo>
                    <a:pt x="2584" y="0"/>
                  </a:moveTo>
                  <a:cubicBezTo>
                    <a:pt x="2564" y="0"/>
                    <a:pt x="2544" y="1"/>
                    <a:pt x="2524" y="4"/>
                  </a:cubicBezTo>
                  <a:cubicBezTo>
                    <a:pt x="2114" y="50"/>
                    <a:pt x="1891" y="497"/>
                    <a:pt x="1775" y="892"/>
                  </a:cubicBezTo>
                  <a:cubicBezTo>
                    <a:pt x="1686" y="1197"/>
                    <a:pt x="1635" y="1575"/>
                    <a:pt x="1870" y="1790"/>
                  </a:cubicBezTo>
                  <a:lnTo>
                    <a:pt x="1795" y="1800"/>
                  </a:lnTo>
                  <a:cubicBezTo>
                    <a:pt x="1474" y="1678"/>
                    <a:pt x="1146" y="1485"/>
                    <a:pt x="815" y="1485"/>
                  </a:cubicBezTo>
                  <a:cubicBezTo>
                    <a:pt x="749" y="1485"/>
                    <a:pt x="683" y="1492"/>
                    <a:pt x="618" y="1510"/>
                  </a:cubicBezTo>
                  <a:cubicBezTo>
                    <a:pt x="246" y="1605"/>
                    <a:pt x="1" y="2039"/>
                    <a:pt x="111" y="2407"/>
                  </a:cubicBezTo>
                  <a:cubicBezTo>
                    <a:pt x="201" y="2705"/>
                    <a:pt x="510" y="2911"/>
                    <a:pt x="817" y="2911"/>
                  </a:cubicBezTo>
                  <a:cubicBezTo>
                    <a:pt x="889" y="2911"/>
                    <a:pt x="960" y="2900"/>
                    <a:pt x="1028" y="2877"/>
                  </a:cubicBezTo>
                  <a:lnTo>
                    <a:pt x="1028" y="2877"/>
                  </a:lnTo>
                  <a:cubicBezTo>
                    <a:pt x="413" y="3198"/>
                    <a:pt x="119" y="4022"/>
                    <a:pt x="392" y="4660"/>
                  </a:cubicBezTo>
                  <a:cubicBezTo>
                    <a:pt x="429" y="4748"/>
                    <a:pt x="481" y="4837"/>
                    <a:pt x="568" y="4875"/>
                  </a:cubicBezTo>
                  <a:cubicBezTo>
                    <a:pt x="607" y="4892"/>
                    <a:pt x="649" y="4897"/>
                    <a:pt x="692" y="4897"/>
                  </a:cubicBezTo>
                  <a:cubicBezTo>
                    <a:pt x="724" y="4897"/>
                    <a:pt x="756" y="4894"/>
                    <a:pt x="788" y="4891"/>
                  </a:cubicBezTo>
                  <a:cubicBezTo>
                    <a:pt x="1084" y="4861"/>
                    <a:pt x="1390" y="4809"/>
                    <a:pt x="1639" y="4644"/>
                  </a:cubicBezTo>
                  <a:cubicBezTo>
                    <a:pt x="1889" y="4480"/>
                    <a:pt x="2068" y="4178"/>
                    <a:pt x="2007" y="3886"/>
                  </a:cubicBezTo>
                  <a:lnTo>
                    <a:pt x="2007" y="3886"/>
                  </a:lnTo>
                  <a:cubicBezTo>
                    <a:pt x="2162" y="4246"/>
                    <a:pt x="2351" y="4609"/>
                    <a:pt x="2663" y="4847"/>
                  </a:cubicBezTo>
                  <a:cubicBezTo>
                    <a:pt x="2846" y="4987"/>
                    <a:pt x="3082" y="5072"/>
                    <a:pt x="3310" y="5072"/>
                  </a:cubicBezTo>
                  <a:cubicBezTo>
                    <a:pt x="3471" y="5072"/>
                    <a:pt x="3627" y="5030"/>
                    <a:pt x="3759" y="4936"/>
                  </a:cubicBezTo>
                  <a:cubicBezTo>
                    <a:pt x="4058" y="4723"/>
                    <a:pt x="4148" y="4289"/>
                    <a:pt x="4022" y="3944"/>
                  </a:cubicBezTo>
                  <a:cubicBezTo>
                    <a:pt x="3909" y="3639"/>
                    <a:pt x="3657" y="3403"/>
                    <a:pt x="3366" y="3255"/>
                  </a:cubicBezTo>
                  <a:lnTo>
                    <a:pt x="3366" y="3255"/>
                  </a:lnTo>
                  <a:cubicBezTo>
                    <a:pt x="3460" y="3289"/>
                    <a:pt x="3561" y="3306"/>
                    <a:pt x="3662" y="3306"/>
                  </a:cubicBezTo>
                  <a:cubicBezTo>
                    <a:pt x="3960" y="3306"/>
                    <a:pt x="4262" y="3161"/>
                    <a:pt x="4423" y="2907"/>
                  </a:cubicBezTo>
                  <a:cubicBezTo>
                    <a:pt x="4661" y="2532"/>
                    <a:pt x="4550" y="1978"/>
                    <a:pt x="4186" y="1723"/>
                  </a:cubicBezTo>
                  <a:cubicBezTo>
                    <a:pt x="4043" y="1622"/>
                    <a:pt x="3870" y="1574"/>
                    <a:pt x="3695" y="1574"/>
                  </a:cubicBezTo>
                  <a:cubicBezTo>
                    <a:pt x="3427" y="1574"/>
                    <a:pt x="3157" y="1688"/>
                    <a:pt x="2991" y="1901"/>
                  </a:cubicBezTo>
                  <a:cubicBezTo>
                    <a:pt x="3159" y="1539"/>
                    <a:pt x="3332" y="1153"/>
                    <a:pt x="3293" y="757"/>
                  </a:cubicBezTo>
                  <a:cubicBezTo>
                    <a:pt x="3257" y="379"/>
                    <a:pt x="2954" y="0"/>
                    <a:pt x="25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989500" y="682773"/>
              <a:ext cx="158247" cy="170858"/>
            </a:xfrm>
            <a:custGeom>
              <a:avLst/>
              <a:gdLst/>
              <a:ahLst/>
              <a:cxnLst/>
              <a:rect l="l" t="t" r="r" b="b"/>
              <a:pathLst>
                <a:path w="4894" h="5284" extrusionOk="0">
                  <a:moveTo>
                    <a:pt x="1418" y="1"/>
                  </a:moveTo>
                  <a:cubicBezTo>
                    <a:pt x="1283" y="1"/>
                    <a:pt x="1153" y="40"/>
                    <a:pt x="1045" y="128"/>
                  </a:cubicBezTo>
                  <a:cubicBezTo>
                    <a:pt x="727" y="388"/>
                    <a:pt x="781" y="885"/>
                    <a:pt x="898" y="1279"/>
                  </a:cubicBezTo>
                  <a:cubicBezTo>
                    <a:pt x="989" y="1584"/>
                    <a:pt x="1151" y="1929"/>
                    <a:pt x="1465" y="1983"/>
                  </a:cubicBezTo>
                  <a:lnTo>
                    <a:pt x="1408" y="2032"/>
                  </a:lnTo>
                  <a:cubicBezTo>
                    <a:pt x="1004" y="2117"/>
                    <a:pt x="540" y="2123"/>
                    <a:pt x="260" y="2426"/>
                  </a:cubicBezTo>
                  <a:cubicBezTo>
                    <a:pt x="0" y="2708"/>
                    <a:pt x="31" y="3205"/>
                    <a:pt x="322" y="3454"/>
                  </a:cubicBezTo>
                  <a:cubicBezTo>
                    <a:pt x="448" y="3562"/>
                    <a:pt x="612" y="3614"/>
                    <a:pt x="777" y="3614"/>
                  </a:cubicBezTo>
                  <a:cubicBezTo>
                    <a:pt x="994" y="3614"/>
                    <a:pt x="1212" y="3524"/>
                    <a:pt x="1347" y="3352"/>
                  </a:cubicBezTo>
                  <a:lnTo>
                    <a:pt x="1347" y="3352"/>
                  </a:lnTo>
                  <a:cubicBezTo>
                    <a:pt x="1004" y="3956"/>
                    <a:pt x="1205" y="4807"/>
                    <a:pt x="1780" y="5195"/>
                  </a:cubicBezTo>
                  <a:cubicBezTo>
                    <a:pt x="1849" y="5242"/>
                    <a:pt x="1928" y="5283"/>
                    <a:pt x="2009" y="5283"/>
                  </a:cubicBezTo>
                  <a:cubicBezTo>
                    <a:pt x="2021" y="5283"/>
                    <a:pt x="2033" y="5282"/>
                    <a:pt x="2045" y="5280"/>
                  </a:cubicBezTo>
                  <a:cubicBezTo>
                    <a:pt x="2118" y="5269"/>
                    <a:pt x="2180" y="5222"/>
                    <a:pt x="2238" y="5176"/>
                  </a:cubicBezTo>
                  <a:cubicBezTo>
                    <a:pt x="2470" y="4988"/>
                    <a:pt x="2699" y="4779"/>
                    <a:pt x="2819" y="4505"/>
                  </a:cubicBezTo>
                  <a:cubicBezTo>
                    <a:pt x="2940" y="4232"/>
                    <a:pt x="2927" y="3880"/>
                    <a:pt x="2717" y="3668"/>
                  </a:cubicBezTo>
                  <a:lnTo>
                    <a:pt x="2717" y="3668"/>
                  </a:lnTo>
                  <a:cubicBezTo>
                    <a:pt x="3042" y="3887"/>
                    <a:pt x="3397" y="4090"/>
                    <a:pt x="3789" y="4120"/>
                  </a:cubicBezTo>
                  <a:cubicBezTo>
                    <a:pt x="3816" y="4123"/>
                    <a:pt x="3844" y="4124"/>
                    <a:pt x="3872" y="4124"/>
                  </a:cubicBezTo>
                  <a:cubicBezTo>
                    <a:pt x="4241" y="4124"/>
                    <a:pt x="4623" y="3939"/>
                    <a:pt x="4758" y="3601"/>
                  </a:cubicBezTo>
                  <a:cubicBezTo>
                    <a:pt x="4893" y="3259"/>
                    <a:pt x="4734" y="2847"/>
                    <a:pt x="4441" y="2625"/>
                  </a:cubicBezTo>
                  <a:cubicBezTo>
                    <a:pt x="4225" y="2462"/>
                    <a:pt x="3954" y="2392"/>
                    <a:pt x="3681" y="2392"/>
                  </a:cubicBezTo>
                  <a:cubicBezTo>
                    <a:pt x="3626" y="2392"/>
                    <a:pt x="3571" y="2395"/>
                    <a:pt x="3516" y="2401"/>
                  </a:cubicBezTo>
                  <a:lnTo>
                    <a:pt x="3516" y="2401"/>
                  </a:lnTo>
                  <a:cubicBezTo>
                    <a:pt x="3904" y="2314"/>
                    <a:pt x="4219" y="1938"/>
                    <a:pt x="4216" y="1537"/>
                  </a:cubicBezTo>
                  <a:cubicBezTo>
                    <a:pt x="4211" y="1092"/>
                    <a:pt x="3818" y="686"/>
                    <a:pt x="3374" y="669"/>
                  </a:cubicBezTo>
                  <a:cubicBezTo>
                    <a:pt x="3363" y="669"/>
                    <a:pt x="3353" y="668"/>
                    <a:pt x="3343" y="668"/>
                  </a:cubicBezTo>
                  <a:cubicBezTo>
                    <a:pt x="2910" y="668"/>
                    <a:pt x="2505" y="1034"/>
                    <a:pt x="2468" y="1467"/>
                  </a:cubicBezTo>
                  <a:cubicBezTo>
                    <a:pt x="2411" y="1071"/>
                    <a:pt x="2348" y="655"/>
                    <a:pt x="2100" y="342"/>
                  </a:cubicBezTo>
                  <a:cubicBezTo>
                    <a:pt x="1938" y="137"/>
                    <a:pt x="1671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41650" y="702886"/>
              <a:ext cx="158247" cy="170826"/>
            </a:xfrm>
            <a:custGeom>
              <a:avLst/>
              <a:gdLst/>
              <a:ahLst/>
              <a:cxnLst/>
              <a:rect l="l" t="t" r="r" b="b"/>
              <a:pathLst>
                <a:path w="4894" h="5283" extrusionOk="0">
                  <a:moveTo>
                    <a:pt x="1417" y="1"/>
                  </a:moveTo>
                  <a:cubicBezTo>
                    <a:pt x="1282" y="1"/>
                    <a:pt x="1152" y="39"/>
                    <a:pt x="1044" y="127"/>
                  </a:cubicBezTo>
                  <a:cubicBezTo>
                    <a:pt x="726" y="387"/>
                    <a:pt x="780" y="885"/>
                    <a:pt x="897" y="1279"/>
                  </a:cubicBezTo>
                  <a:cubicBezTo>
                    <a:pt x="988" y="1583"/>
                    <a:pt x="1151" y="1929"/>
                    <a:pt x="1464" y="1982"/>
                  </a:cubicBezTo>
                  <a:lnTo>
                    <a:pt x="1408" y="2032"/>
                  </a:lnTo>
                  <a:cubicBezTo>
                    <a:pt x="1004" y="2118"/>
                    <a:pt x="540" y="2122"/>
                    <a:pt x="260" y="2425"/>
                  </a:cubicBezTo>
                  <a:cubicBezTo>
                    <a:pt x="0" y="2707"/>
                    <a:pt x="29" y="3205"/>
                    <a:pt x="321" y="3455"/>
                  </a:cubicBezTo>
                  <a:cubicBezTo>
                    <a:pt x="447" y="3561"/>
                    <a:pt x="611" y="3613"/>
                    <a:pt x="776" y="3613"/>
                  </a:cubicBezTo>
                  <a:cubicBezTo>
                    <a:pt x="993" y="3613"/>
                    <a:pt x="1212" y="3523"/>
                    <a:pt x="1347" y="3352"/>
                  </a:cubicBezTo>
                  <a:lnTo>
                    <a:pt x="1347" y="3352"/>
                  </a:lnTo>
                  <a:cubicBezTo>
                    <a:pt x="1004" y="3955"/>
                    <a:pt x="1204" y="4807"/>
                    <a:pt x="1780" y="5195"/>
                  </a:cubicBezTo>
                  <a:cubicBezTo>
                    <a:pt x="1847" y="5241"/>
                    <a:pt x="1926" y="5283"/>
                    <a:pt x="2006" y="5283"/>
                  </a:cubicBezTo>
                  <a:cubicBezTo>
                    <a:pt x="2019" y="5283"/>
                    <a:pt x="2031" y="5282"/>
                    <a:pt x="2044" y="5279"/>
                  </a:cubicBezTo>
                  <a:cubicBezTo>
                    <a:pt x="2117" y="5268"/>
                    <a:pt x="2179" y="5221"/>
                    <a:pt x="2236" y="5175"/>
                  </a:cubicBezTo>
                  <a:cubicBezTo>
                    <a:pt x="2470" y="4988"/>
                    <a:pt x="2697" y="4778"/>
                    <a:pt x="2818" y="4505"/>
                  </a:cubicBezTo>
                  <a:cubicBezTo>
                    <a:pt x="2939" y="4232"/>
                    <a:pt x="2926" y="3881"/>
                    <a:pt x="2716" y="3669"/>
                  </a:cubicBezTo>
                  <a:lnTo>
                    <a:pt x="2716" y="3669"/>
                  </a:lnTo>
                  <a:cubicBezTo>
                    <a:pt x="3041" y="3887"/>
                    <a:pt x="3397" y="4089"/>
                    <a:pt x="3789" y="4120"/>
                  </a:cubicBezTo>
                  <a:cubicBezTo>
                    <a:pt x="3817" y="4122"/>
                    <a:pt x="3846" y="4123"/>
                    <a:pt x="3875" y="4123"/>
                  </a:cubicBezTo>
                  <a:cubicBezTo>
                    <a:pt x="4241" y="4123"/>
                    <a:pt x="4623" y="3938"/>
                    <a:pt x="4757" y="3600"/>
                  </a:cubicBezTo>
                  <a:cubicBezTo>
                    <a:pt x="4893" y="3260"/>
                    <a:pt x="4733" y="2846"/>
                    <a:pt x="4440" y="2625"/>
                  </a:cubicBezTo>
                  <a:cubicBezTo>
                    <a:pt x="4225" y="2463"/>
                    <a:pt x="3953" y="2392"/>
                    <a:pt x="3682" y="2392"/>
                  </a:cubicBezTo>
                  <a:cubicBezTo>
                    <a:pt x="3626" y="2392"/>
                    <a:pt x="3571" y="2395"/>
                    <a:pt x="3516" y="2401"/>
                  </a:cubicBezTo>
                  <a:lnTo>
                    <a:pt x="3516" y="2401"/>
                  </a:lnTo>
                  <a:cubicBezTo>
                    <a:pt x="3903" y="2313"/>
                    <a:pt x="4219" y="1938"/>
                    <a:pt x="4215" y="1536"/>
                  </a:cubicBezTo>
                  <a:cubicBezTo>
                    <a:pt x="4211" y="1092"/>
                    <a:pt x="3818" y="686"/>
                    <a:pt x="3374" y="669"/>
                  </a:cubicBezTo>
                  <a:cubicBezTo>
                    <a:pt x="3363" y="669"/>
                    <a:pt x="3353" y="669"/>
                    <a:pt x="3343" y="669"/>
                  </a:cubicBezTo>
                  <a:cubicBezTo>
                    <a:pt x="2910" y="669"/>
                    <a:pt x="2505" y="1035"/>
                    <a:pt x="2466" y="1467"/>
                  </a:cubicBezTo>
                  <a:cubicBezTo>
                    <a:pt x="2411" y="1072"/>
                    <a:pt x="2347" y="656"/>
                    <a:pt x="2099" y="341"/>
                  </a:cubicBezTo>
                  <a:cubicBezTo>
                    <a:pt x="1937" y="137"/>
                    <a:pt x="1669" y="1"/>
                    <a:pt x="14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949018" y="499146"/>
              <a:ext cx="167786" cy="153494"/>
            </a:xfrm>
            <a:custGeom>
              <a:avLst/>
              <a:gdLst/>
              <a:ahLst/>
              <a:cxnLst/>
              <a:rect l="l" t="t" r="r" b="b"/>
              <a:pathLst>
                <a:path w="5189" h="4747" extrusionOk="0">
                  <a:moveTo>
                    <a:pt x="2841" y="0"/>
                  </a:moveTo>
                  <a:cubicBezTo>
                    <a:pt x="2519" y="0"/>
                    <a:pt x="2209" y="223"/>
                    <a:pt x="2069" y="519"/>
                  </a:cubicBezTo>
                  <a:cubicBezTo>
                    <a:pt x="1931" y="812"/>
                    <a:pt x="1939" y="1157"/>
                    <a:pt x="2037" y="1469"/>
                  </a:cubicBezTo>
                  <a:lnTo>
                    <a:pt x="2037" y="1469"/>
                  </a:lnTo>
                  <a:cubicBezTo>
                    <a:pt x="1896" y="1158"/>
                    <a:pt x="1556" y="943"/>
                    <a:pt x="1214" y="943"/>
                  </a:cubicBezTo>
                  <a:cubicBezTo>
                    <a:pt x="1159" y="943"/>
                    <a:pt x="1104" y="948"/>
                    <a:pt x="1049" y="960"/>
                  </a:cubicBezTo>
                  <a:cubicBezTo>
                    <a:pt x="614" y="1055"/>
                    <a:pt x="297" y="1521"/>
                    <a:pt x="369" y="1960"/>
                  </a:cubicBezTo>
                  <a:cubicBezTo>
                    <a:pt x="438" y="2369"/>
                    <a:pt x="835" y="2692"/>
                    <a:pt x="1247" y="2692"/>
                  </a:cubicBezTo>
                  <a:cubicBezTo>
                    <a:pt x="1277" y="2692"/>
                    <a:pt x="1306" y="2690"/>
                    <a:pt x="1335" y="2687"/>
                  </a:cubicBezTo>
                  <a:lnTo>
                    <a:pt x="1335" y="2687"/>
                  </a:lnTo>
                  <a:cubicBezTo>
                    <a:pt x="959" y="2821"/>
                    <a:pt x="564" y="2969"/>
                    <a:pt x="307" y="3274"/>
                  </a:cubicBezTo>
                  <a:cubicBezTo>
                    <a:pt x="50" y="3581"/>
                    <a:pt x="1" y="4099"/>
                    <a:pt x="312" y="4351"/>
                  </a:cubicBezTo>
                  <a:cubicBezTo>
                    <a:pt x="433" y="4449"/>
                    <a:pt x="576" y="4487"/>
                    <a:pt x="726" y="4487"/>
                  </a:cubicBezTo>
                  <a:cubicBezTo>
                    <a:pt x="974" y="4487"/>
                    <a:pt x="1243" y="4382"/>
                    <a:pt x="1469" y="4262"/>
                  </a:cubicBezTo>
                  <a:cubicBezTo>
                    <a:pt x="1749" y="4111"/>
                    <a:pt x="2055" y="3882"/>
                    <a:pt x="2043" y="3564"/>
                  </a:cubicBezTo>
                  <a:lnTo>
                    <a:pt x="2043" y="3564"/>
                  </a:lnTo>
                  <a:lnTo>
                    <a:pt x="2103" y="3609"/>
                  </a:lnTo>
                  <a:cubicBezTo>
                    <a:pt x="2269" y="3987"/>
                    <a:pt x="2368" y="4441"/>
                    <a:pt x="2721" y="4653"/>
                  </a:cubicBezTo>
                  <a:cubicBezTo>
                    <a:pt x="2826" y="4716"/>
                    <a:pt x="2948" y="4746"/>
                    <a:pt x="3070" y="4746"/>
                  </a:cubicBezTo>
                  <a:cubicBezTo>
                    <a:pt x="3328" y="4746"/>
                    <a:pt x="3591" y="4613"/>
                    <a:pt x="3716" y="4384"/>
                  </a:cubicBezTo>
                  <a:cubicBezTo>
                    <a:pt x="3900" y="4047"/>
                    <a:pt x="3751" y="3572"/>
                    <a:pt x="3407" y="3400"/>
                  </a:cubicBezTo>
                  <a:lnTo>
                    <a:pt x="3407" y="3400"/>
                  </a:lnTo>
                  <a:cubicBezTo>
                    <a:pt x="3535" y="3441"/>
                    <a:pt x="3667" y="3461"/>
                    <a:pt x="3800" y="3461"/>
                  </a:cubicBezTo>
                  <a:cubicBezTo>
                    <a:pt x="4354" y="3461"/>
                    <a:pt x="4912" y="3121"/>
                    <a:pt x="5125" y="2603"/>
                  </a:cubicBezTo>
                  <a:cubicBezTo>
                    <a:pt x="5161" y="2516"/>
                    <a:pt x="5188" y="2416"/>
                    <a:pt x="5154" y="2327"/>
                  </a:cubicBezTo>
                  <a:cubicBezTo>
                    <a:pt x="5129" y="2259"/>
                    <a:pt x="5070" y="2207"/>
                    <a:pt x="5012" y="2159"/>
                  </a:cubicBezTo>
                  <a:cubicBezTo>
                    <a:pt x="4782" y="1970"/>
                    <a:pt x="4531" y="1788"/>
                    <a:pt x="4239" y="1726"/>
                  </a:cubicBezTo>
                  <a:cubicBezTo>
                    <a:pt x="4177" y="1713"/>
                    <a:pt x="4113" y="1706"/>
                    <a:pt x="4048" y="1706"/>
                  </a:cubicBezTo>
                  <a:cubicBezTo>
                    <a:pt x="3810" y="1706"/>
                    <a:pt x="3570" y="1800"/>
                    <a:pt x="3440" y="1996"/>
                  </a:cubicBezTo>
                  <a:cubicBezTo>
                    <a:pt x="3589" y="1633"/>
                    <a:pt x="3715" y="1243"/>
                    <a:pt x="3665" y="854"/>
                  </a:cubicBezTo>
                  <a:cubicBezTo>
                    <a:pt x="3616" y="464"/>
                    <a:pt x="3346" y="79"/>
                    <a:pt x="2960" y="11"/>
                  </a:cubicBezTo>
                  <a:cubicBezTo>
                    <a:pt x="2920" y="4"/>
                    <a:pt x="2880" y="0"/>
                    <a:pt x="28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650318" y="417695"/>
              <a:ext cx="168595" cy="144214"/>
            </a:xfrm>
            <a:custGeom>
              <a:avLst/>
              <a:gdLst/>
              <a:ahLst/>
              <a:cxnLst/>
              <a:rect l="l" t="t" r="r" b="b"/>
              <a:pathLst>
                <a:path w="5214" h="4460" extrusionOk="0">
                  <a:moveTo>
                    <a:pt x="2990" y="1"/>
                  </a:moveTo>
                  <a:cubicBezTo>
                    <a:pt x="2932" y="1"/>
                    <a:pt x="2874" y="8"/>
                    <a:pt x="2817" y="24"/>
                  </a:cubicBezTo>
                  <a:cubicBezTo>
                    <a:pt x="2449" y="128"/>
                    <a:pt x="2212" y="567"/>
                    <a:pt x="2330" y="932"/>
                  </a:cubicBezTo>
                  <a:cubicBezTo>
                    <a:pt x="2095" y="462"/>
                    <a:pt x="1568" y="170"/>
                    <a:pt x="1047" y="170"/>
                  </a:cubicBezTo>
                  <a:cubicBezTo>
                    <a:pt x="881" y="170"/>
                    <a:pt x="715" y="200"/>
                    <a:pt x="559" y="263"/>
                  </a:cubicBezTo>
                  <a:cubicBezTo>
                    <a:pt x="472" y="299"/>
                    <a:pt x="381" y="350"/>
                    <a:pt x="341" y="436"/>
                  </a:cubicBezTo>
                  <a:cubicBezTo>
                    <a:pt x="310" y="503"/>
                    <a:pt x="315" y="580"/>
                    <a:pt x="320" y="654"/>
                  </a:cubicBezTo>
                  <a:cubicBezTo>
                    <a:pt x="346" y="952"/>
                    <a:pt x="393" y="1257"/>
                    <a:pt x="553" y="1510"/>
                  </a:cubicBezTo>
                  <a:cubicBezTo>
                    <a:pt x="693" y="1732"/>
                    <a:pt x="941" y="1902"/>
                    <a:pt x="1198" y="1902"/>
                  </a:cubicBezTo>
                  <a:cubicBezTo>
                    <a:pt x="1233" y="1902"/>
                    <a:pt x="1269" y="1899"/>
                    <a:pt x="1305" y="1892"/>
                  </a:cubicBezTo>
                  <a:lnTo>
                    <a:pt x="1305" y="1892"/>
                  </a:lnTo>
                  <a:cubicBezTo>
                    <a:pt x="940" y="2040"/>
                    <a:pt x="574" y="2222"/>
                    <a:pt x="331" y="2530"/>
                  </a:cubicBezTo>
                  <a:cubicBezTo>
                    <a:pt x="87" y="2838"/>
                    <a:pt x="0" y="3301"/>
                    <a:pt x="222" y="3624"/>
                  </a:cubicBezTo>
                  <a:cubicBezTo>
                    <a:pt x="372" y="3843"/>
                    <a:pt x="639" y="3955"/>
                    <a:pt x="906" y="3955"/>
                  </a:cubicBezTo>
                  <a:cubicBezTo>
                    <a:pt x="1009" y="3955"/>
                    <a:pt x="1112" y="3938"/>
                    <a:pt x="1209" y="3905"/>
                  </a:cubicBezTo>
                  <a:cubicBezTo>
                    <a:pt x="1516" y="3798"/>
                    <a:pt x="1757" y="3552"/>
                    <a:pt x="1910" y="3263"/>
                  </a:cubicBezTo>
                  <a:lnTo>
                    <a:pt x="1910" y="3263"/>
                  </a:lnTo>
                  <a:cubicBezTo>
                    <a:pt x="1767" y="3634"/>
                    <a:pt x="1903" y="4105"/>
                    <a:pt x="2238" y="4326"/>
                  </a:cubicBezTo>
                  <a:cubicBezTo>
                    <a:pt x="2376" y="4416"/>
                    <a:pt x="2539" y="4460"/>
                    <a:pt x="2704" y="4460"/>
                  </a:cubicBezTo>
                  <a:cubicBezTo>
                    <a:pt x="2981" y="4460"/>
                    <a:pt x="3262" y="4336"/>
                    <a:pt x="3427" y="4110"/>
                  </a:cubicBezTo>
                  <a:cubicBezTo>
                    <a:pt x="3690" y="3752"/>
                    <a:pt x="3616" y="3192"/>
                    <a:pt x="3270" y="2912"/>
                  </a:cubicBezTo>
                  <a:lnTo>
                    <a:pt x="3270" y="2912"/>
                  </a:lnTo>
                  <a:cubicBezTo>
                    <a:pt x="3603" y="3074"/>
                    <a:pt x="3954" y="3239"/>
                    <a:pt x="4320" y="3239"/>
                  </a:cubicBezTo>
                  <a:cubicBezTo>
                    <a:pt x="4350" y="3239"/>
                    <a:pt x="4380" y="3238"/>
                    <a:pt x="4410" y="3236"/>
                  </a:cubicBezTo>
                  <a:cubicBezTo>
                    <a:pt x="4808" y="3205"/>
                    <a:pt x="5214" y="2877"/>
                    <a:pt x="5175" y="2479"/>
                  </a:cubicBezTo>
                  <a:cubicBezTo>
                    <a:pt x="5137" y="2070"/>
                    <a:pt x="4694" y="1838"/>
                    <a:pt x="4302" y="1715"/>
                  </a:cubicBezTo>
                  <a:cubicBezTo>
                    <a:pt x="4155" y="1669"/>
                    <a:pt x="3991" y="1632"/>
                    <a:pt x="3836" y="1632"/>
                  </a:cubicBezTo>
                  <a:cubicBezTo>
                    <a:pt x="3670" y="1632"/>
                    <a:pt x="3515" y="1674"/>
                    <a:pt x="3401" y="1794"/>
                  </a:cubicBezTo>
                  <a:lnTo>
                    <a:pt x="3392" y="1719"/>
                  </a:lnTo>
                  <a:cubicBezTo>
                    <a:pt x="3547" y="1336"/>
                    <a:pt x="3801" y="947"/>
                    <a:pt x="3705" y="546"/>
                  </a:cubicBezTo>
                  <a:cubicBezTo>
                    <a:pt x="3630" y="230"/>
                    <a:pt x="3311" y="1"/>
                    <a:pt x="2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509342" y="640739"/>
              <a:ext cx="130051" cy="133059"/>
            </a:xfrm>
            <a:custGeom>
              <a:avLst/>
              <a:gdLst/>
              <a:ahLst/>
              <a:cxnLst/>
              <a:rect l="l" t="t" r="r" b="b"/>
              <a:pathLst>
                <a:path w="4022" h="4115" extrusionOk="0">
                  <a:moveTo>
                    <a:pt x="3062" y="1"/>
                  </a:moveTo>
                  <a:cubicBezTo>
                    <a:pt x="2798" y="1"/>
                    <a:pt x="2541" y="210"/>
                    <a:pt x="2354" y="419"/>
                  </a:cubicBezTo>
                  <a:cubicBezTo>
                    <a:pt x="2180" y="613"/>
                    <a:pt x="2009" y="874"/>
                    <a:pt x="2107" y="1117"/>
                  </a:cubicBezTo>
                  <a:lnTo>
                    <a:pt x="2048" y="1098"/>
                  </a:lnTo>
                  <a:cubicBezTo>
                    <a:pt x="1815" y="853"/>
                    <a:pt x="1612" y="532"/>
                    <a:pt x="1281" y="466"/>
                  </a:cubicBezTo>
                  <a:cubicBezTo>
                    <a:pt x="1248" y="460"/>
                    <a:pt x="1216" y="457"/>
                    <a:pt x="1183" y="457"/>
                  </a:cubicBezTo>
                  <a:cubicBezTo>
                    <a:pt x="906" y="457"/>
                    <a:pt x="633" y="674"/>
                    <a:pt x="591" y="951"/>
                  </a:cubicBezTo>
                  <a:cubicBezTo>
                    <a:pt x="543" y="1262"/>
                    <a:pt x="789" y="1587"/>
                    <a:pt x="1102" y="1622"/>
                  </a:cubicBezTo>
                  <a:cubicBezTo>
                    <a:pt x="535" y="1643"/>
                    <a:pt x="26" y="2148"/>
                    <a:pt x="3" y="2715"/>
                  </a:cubicBezTo>
                  <a:cubicBezTo>
                    <a:pt x="0" y="2793"/>
                    <a:pt x="7" y="2878"/>
                    <a:pt x="58" y="2936"/>
                  </a:cubicBezTo>
                  <a:cubicBezTo>
                    <a:pt x="97" y="2982"/>
                    <a:pt x="157" y="3005"/>
                    <a:pt x="213" y="3025"/>
                  </a:cubicBezTo>
                  <a:cubicBezTo>
                    <a:pt x="404" y="3093"/>
                    <a:pt x="603" y="3152"/>
                    <a:pt x="804" y="3152"/>
                  </a:cubicBezTo>
                  <a:cubicBezTo>
                    <a:pt x="846" y="3152"/>
                    <a:pt x="888" y="3149"/>
                    <a:pt x="930" y="3144"/>
                  </a:cubicBezTo>
                  <a:cubicBezTo>
                    <a:pt x="1173" y="3110"/>
                    <a:pt x="1412" y="2950"/>
                    <a:pt x="1469" y="2713"/>
                  </a:cubicBezTo>
                  <a:lnTo>
                    <a:pt x="1469" y="2713"/>
                  </a:lnTo>
                  <a:cubicBezTo>
                    <a:pt x="1457" y="3033"/>
                    <a:pt x="1468" y="3368"/>
                    <a:pt x="1616" y="3654"/>
                  </a:cubicBezTo>
                  <a:cubicBezTo>
                    <a:pt x="1747" y="3911"/>
                    <a:pt x="2013" y="4115"/>
                    <a:pt x="2295" y="4115"/>
                  </a:cubicBezTo>
                  <a:cubicBezTo>
                    <a:pt x="2327" y="4115"/>
                    <a:pt x="2360" y="4112"/>
                    <a:pt x="2393" y="4106"/>
                  </a:cubicBezTo>
                  <a:cubicBezTo>
                    <a:pt x="2690" y="4054"/>
                    <a:pt x="2909" y="3766"/>
                    <a:pt x="2937" y="3466"/>
                  </a:cubicBezTo>
                  <a:cubicBezTo>
                    <a:pt x="2962" y="3201"/>
                    <a:pt x="2858" y="2937"/>
                    <a:pt x="2695" y="2724"/>
                  </a:cubicBezTo>
                  <a:lnTo>
                    <a:pt x="2695" y="2724"/>
                  </a:lnTo>
                  <a:cubicBezTo>
                    <a:pt x="2833" y="2866"/>
                    <a:pt x="3033" y="2943"/>
                    <a:pt x="3232" y="2943"/>
                  </a:cubicBezTo>
                  <a:cubicBezTo>
                    <a:pt x="3361" y="2943"/>
                    <a:pt x="3489" y="2911"/>
                    <a:pt x="3600" y="2841"/>
                  </a:cubicBezTo>
                  <a:cubicBezTo>
                    <a:pt x="3907" y="2648"/>
                    <a:pt x="4021" y="2200"/>
                    <a:pt x="3842" y="1883"/>
                  </a:cubicBezTo>
                  <a:cubicBezTo>
                    <a:pt x="3715" y="1658"/>
                    <a:pt x="3456" y="1524"/>
                    <a:pt x="3199" y="1524"/>
                  </a:cubicBezTo>
                  <a:cubicBezTo>
                    <a:pt x="3095" y="1524"/>
                    <a:pt x="2991" y="1546"/>
                    <a:pt x="2896" y="1594"/>
                  </a:cubicBezTo>
                  <a:cubicBezTo>
                    <a:pt x="3149" y="1385"/>
                    <a:pt x="3411" y="1162"/>
                    <a:pt x="3523" y="854"/>
                  </a:cubicBezTo>
                  <a:cubicBezTo>
                    <a:pt x="3636" y="546"/>
                    <a:pt x="3528" y="134"/>
                    <a:pt x="3220" y="27"/>
                  </a:cubicBezTo>
                  <a:cubicBezTo>
                    <a:pt x="3167" y="9"/>
                    <a:pt x="3114" y="1"/>
                    <a:pt x="3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567996" y="1070271"/>
              <a:ext cx="170114" cy="152460"/>
            </a:xfrm>
            <a:custGeom>
              <a:avLst/>
              <a:gdLst/>
              <a:ahLst/>
              <a:cxnLst/>
              <a:rect l="l" t="t" r="r" b="b"/>
              <a:pathLst>
                <a:path w="5261" h="4715" extrusionOk="0">
                  <a:moveTo>
                    <a:pt x="2765" y="0"/>
                  </a:moveTo>
                  <a:cubicBezTo>
                    <a:pt x="2591" y="0"/>
                    <a:pt x="2417" y="48"/>
                    <a:pt x="2274" y="150"/>
                  </a:cubicBezTo>
                  <a:cubicBezTo>
                    <a:pt x="1911" y="406"/>
                    <a:pt x="1800" y="959"/>
                    <a:pt x="2039" y="1334"/>
                  </a:cubicBezTo>
                  <a:cubicBezTo>
                    <a:pt x="1754" y="1054"/>
                    <a:pt x="1451" y="762"/>
                    <a:pt x="1063" y="664"/>
                  </a:cubicBezTo>
                  <a:cubicBezTo>
                    <a:pt x="993" y="646"/>
                    <a:pt x="920" y="637"/>
                    <a:pt x="846" y="637"/>
                  </a:cubicBezTo>
                  <a:cubicBezTo>
                    <a:pt x="512" y="637"/>
                    <a:pt x="170" y="815"/>
                    <a:pt x="95" y="1135"/>
                  </a:cubicBezTo>
                  <a:cubicBezTo>
                    <a:pt x="0" y="1535"/>
                    <a:pt x="346" y="1896"/>
                    <a:pt x="677" y="2138"/>
                  </a:cubicBezTo>
                  <a:cubicBezTo>
                    <a:pt x="868" y="2276"/>
                    <a:pt x="1102" y="2408"/>
                    <a:pt x="1325" y="2408"/>
                  </a:cubicBezTo>
                  <a:cubicBezTo>
                    <a:pt x="1404" y="2408"/>
                    <a:pt x="1482" y="2391"/>
                    <a:pt x="1556" y="2352"/>
                  </a:cubicBezTo>
                  <a:lnTo>
                    <a:pt x="1556" y="2352"/>
                  </a:lnTo>
                  <a:lnTo>
                    <a:pt x="1540" y="2426"/>
                  </a:lnTo>
                  <a:cubicBezTo>
                    <a:pt x="1273" y="2739"/>
                    <a:pt x="906" y="3025"/>
                    <a:pt x="868" y="3437"/>
                  </a:cubicBezTo>
                  <a:cubicBezTo>
                    <a:pt x="833" y="3819"/>
                    <a:pt x="1159" y="4195"/>
                    <a:pt x="1542" y="4216"/>
                  </a:cubicBezTo>
                  <a:cubicBezTo>
                    <a:pt x="1553" y="4216"/>
                    <a:pt x="1564" y="4216"/>
                    <a:pt x="1575" y="4216"/>
                  </a:cubicBezTo>
                  <a:cubicBezTo>
                    <a:pt x="1946" y="4216"/>
                    <a:pt x="2289" y="3885"/>
                    <a:pt x="2294" y="3512"/>
                  </a:cubicBezTo>
                  <a:cubicBezTo>
                    <a:pt x="2385" y="4174"/>
                    <a:pt x="3018" y="4715"/>
                    <a:pt x="3685" y="4715"/>
                  </a:cubicBezTo>
                  <a:cubicBezTo>
                    <a:pt x="3709" y="4715"/>
                    <a:pt x="3734" y="4714"/>
                    <a:pt x="3758" y="4713"/>
                  </a:cubicBezTo>
                  <a:cubicBezTo>
                    <a:pt x="3853" y="4707"/>
                    <a:pt x="3954" y="4688"/>
                    <a:pt x="4020" y="4619"/>
                  </a:cubicBezTo>
                  <a:cubicBezTo>
                    <a:pt x="4070" y="4566"/>
                    <a:pt x="4092" y="4491"/>
                    <a:pt x="4109" y="4418"/>
                  </a:cubicBezTo>
                  <a:cubicBezTo>
                    <a:pt x="4180" y="4129"/>
                    <a:pt x="4234" y="3823"/>
                    <a:pt x="4164" y="3534"/>
                  </a:cubicBezTo>
                  <a:cubicBezTo>
                    <a:pt x="4094" y="3243"/>
                    <a:pt x="3870" y="2971"/>
                    <a:pt x="3574" y="2931"/>
                  </a:cubicBezTo>
                  <a:cubicBezTo>
                    <a:pt x="3966" y="2908"/>
                    <a:pt x="4371" y="2852"/>
                    <a:pt x="4700" y="2639"/>
                  </a:cubicBezTo>
                  <a:cubicBezTo>
                    <a:pt x="5030" y="2424"/>
                    <a:pt x="5261" y="2014"/>
                    <a:pt x="5155" y="1637"/>
                  </a:cubicBezTo>
                  <a:cubicBezTo>
                    <a:pt x="5055" y="1285"/>
                    <a:pt x="4680" y="1055"/>
                    <a:pt x="4315" y="1055"/>
                  </a:cubicBezTo>
                  <a:cubicBezTo>
                    <a:pt x="4313" y="1055"/>
                    <a:pt x="4311" y="1055"/>
                    <a:pt x="4309" y="1055"/>
                  </a:cubicBezTo>
                  <a:cubicBezTo>
                    <a:pt x="3985" y="1057"/>
                    <a:pt x="3678" y="1213"/>
                    <a:pt x="3441" y="1437"/>
                  </a:cubicBezTo>
                  <a:lnTo>
                    <a:pt x="3441" y="1437"/>
                  </a:lnTo>
                  <a:cubicBezTo>
                    <a:pt x="3695" y="1132"/>
                    <a:pt x="3716" y="643"/>
                    <a:pt x="3470" y="327"/>
                  </a:cubicBezTo>
                  <a:cubicBezTo>
                    <a:pt x="3304" y="114"/>
                    <a:pt x="3033" y="0"/>
                    <a:pt x="2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810985" y="905623"/>
              <a:ext cx="149905" cy="169565"/>
            </a:xfrm>
            <a:custGeom>
              <a:avLst/>
              <a:gdLst/>
              <a:ahLst/>
              <a:cxnLst/>
              <a:rect l="l" t="t" r="r" b="b"/>
              <a:pathLst>
                <a:path w="4636" h="5244" extrusionOk="0">
                  <a:moveTo>
                    <a:pt x="2133" y="0"/>
                  </a:moveTo>
                  <a:cubicBezTo>
                    <a:pt x="2067" y="0"/>
                    <a:pt x="2001" y="12"/>
                    <a:pt x="1937" y="36"/>
                  </a:cubicBezTo>
                  <a:cubicBezTo>
                    <a:pt x="1552" y="182"/>
                    <a:pt x="1446" y="671"/>
                    <a:pt x="1433" y="1081"/>
                  </a:cubicBezTo>
                  <a:cubicBezTo>
                    <a:pt x="1423" y="1400"/>
                    <a:pt x="1468" y="1779"/>
                    <a:pt x="1748" y="1929"/>
                  </a:cubicBezTo>
                  <a:lnTo>
                    <a:pt x="1678" y="1957"/>
                  </a:lnTo>
                  <a:cubicBezTo>
                    <a:pt x="1427" y="1930"/>
                    <a:pt x="1165" y="1866"/>
                    <a:pt x="916" y="1866"/>
                  </a:cubicBezTo>
                  <a:cubicBezTo>
                    <a:pt x="758" y="1866"/>
                    <a:pt x="606" y="1891"/>
                    <a:pt x="466" y="1968"/>
                  </a:cubicBezTo>
                  <a:cubicBezTo>
                    <a:pt x="130" y="2153"/>
                    <a:pt x="0" y="2636"/>
                    <a:pt x="198" y="2964"/>
                  </a:cubicBezTo>
                  <a:cubicBezTo>
                    <a:pt x="328" y="3177"/>
                    <a:pt x="579" y="3299"/>
                    <a:pt x="828" y="3299"/>
                  </a:cubicBezTo>
                  <a:cubicBezTo>
                    <a:pt x="961" y="3299"/>
                    <a:pt x="1092" y="3264"/>
                    <a:pt x="1204" y="3190"/>
                  </a:cubicBezTo>
                  <a:lnTo>
                    <a:pt x="1204" y="3190"/>
                  </a:lnTo>
                  <a:cubicBezTo>
                    <a:pt x="688" y="3655"/>
                    <a:pt x="609" y="4526"/>
                    <a:pt x="1031" y="5076"/>
                  </a:cubicBezTo>
                  <a:cubicBezTo>
                    <a:pt x="1090" y="5152"/>
                    <a:pt x="1162" y="5225"/>
                    <a:pt x="1256" y="5241"/>
                  </a:cubicBezTo>
                  <a:cubicBezTo>
                    <a:pt x="1268" y="5243"/>
                    <a:pt x="1281" y="5243"/>
                    <a:pt x="1293" y="5243"/>
                  </a:cubicBezTo>
                  <a:cubicBezTo>
                    <a:pt x="1354" y="5243"/>
                    <a:pt x="1414" y="5223"/>
                    <a:pt x="1472" y="5201"/>
                  </a:cubicBezTo>
                  <a:cubicBezTo>
                    <a:pt x="1752" y="5097"/>
                    <a:pt x="2035" y="4971"/>
                    <a:pt x="2235" y="4750"/>
                  </a:cubicBezTo>
                  <a:cubicBezTo>
                    <a:pt x="2436" y="4529"/>
                    <a:pt x="2535" y="4191"/>
                    <a:pt x="2402" y="3924"/>
                  </a:cubicBezTo>
                  <a:lnTo>
                    <a:pt x="2402" y="3924"/>
                  </a:lnTo>
                  <a:cubicBezTo>
                    <a:pt x="2642" y="4234"/>
                    <a:pt x="2916" y="4538"/>
                    <a:pt x="3278" y="4692"/>
                  </a:cubicBezTo>
                  <a:cubicBezTo>
                    <a:pt x="3412" y="4748"/>
                    <a:pt x="3561" y="4778"/>
                    <a:pt x="3709" y="4778"/>
                  </a:cubicBezTo>
                  <a:cubicBezTo>
                    <a:pt x="3958" y="4778"/>
                    <a:pt x="4202" y="4693"/>
                    <a:pt x="4361" y="4505"/>
                  </a:cubicBezTo>
                  <a:cubicBezTo>
                    <a:pt x="4598" y="4224"/>
                    <a:pt x="4576" y="3781"/>
                    <a:pt x="4368" y="3479"/>
                  </a:cubicBezTo>
                  <a:cubicBezTo>
                    <a:pt x="4185" y="3212"/>
                    <a:pt x="3882" y="3045"/>
                    <a:pt x="3564" y="2974"/>
                  </a:cubicBezTo>
                  <a:lnTo>
                    <a:pt x="3564" y="2974"/>
                  </a:lnTo>
                  <a:cubicBezTo>
                    <a:pt x="3590" y="2977"/>
                    <a:pt x="3617" y="2978"/>
                    <a:pt x="3643" y="2978"/>
                  </a:cubicBezTo>
                  <a:cubicBezTo>
                    <a:pt x="4013" y="2978"/>
                    <a:pt x="4384" y="2731"/>
                    <a:pt x="4499" y="2374"/>
                  </a:cubicBezTo>
                  <a:cubicBezTo>
                    <a:pt x="4635" y="1951"/>
                    <a:pt x="4390" y="1443"/>
                    <a:pt x="3975" y="1285"/>
                  </a:cubicBezTo>
                  <a:cubicBezTo>
                    <a:pt x="3883" y="1251"/>
                    <a:pt x="3786" y="1235"/>
                    <a:pt x="3689" y="1235"/>
                  </a:cubicBezTo>
                  <a:cubicBezTo>
                    <a:pt x="3346" y="1235"/>
                    <a:pt x="3000" y="1438"/>
                    <a:pt x="2862" y="1756"/>
                  </a:cubicBezTo>
                  <a:cubicBezTo>
                    <a:pt x="2934" y="1363"/>
                    <a:pt x="3005" y="948"/>
                    <a:pt x="2869" y="573"/>
                  </a:cubicBezTo>
                  <a:cubicBezTo>
                    <a:pt x="2756" y="261"/>
                    <a:pt x="2447" y="0"/>
                    <a:pt x="2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16"/>
          <p:cNvGrpSpPr/>
          <p:nvPr/>
        </p:nvGrpSpPr>
        <p:grpSpPr>
          <a:xfrm>
            <a:off x="3415453" y="3150720"/>
            <a:ext cx="1156547" cy="941987"/>
            <a:chOff x="803450" y="3854707"/>
            <a:chExt cx="773041" cy="629628"/>
          </a:xfrm>
        </p:grpSpPr>
        <p:sp>
          <p:nvSpPr>
            <p:cNvPr id="803" name="Google Shape;803;p16"/>
            <p:cNvSpPr/>
            <p:nvPr/>
          </p:nvSpPr>
          <p:spPr>
            <a:xfrm>
              <a:off x="976573" y="4072651"/>
              <a:ext cx="119087" cy="87148"/>
            </a:xfrm>
            <a:custGeom>
              <a:avLst/>
              <a:gdLst/>
              <a:ahLst/>
              <a:cxnLst/>
              <a:rect l="l" t="t" r="r" b="b"/>
              <a:pathLst>
                <a:path w="3050" h="2232" extrusionOk="0">
                  <a:moveTo>
                    <a:pt x="1452" y="703"/>
                  </a:moveTo>
                  <a:cubicBezTo>
                    <a:pt x="1756" y="703"/>
                    <a:pt x="2047" y="782"/>
                    <a:pt x="2207" y="1046"/>
                  </a:cubicBezTo>
                  <a:cubicBezTo>
                    <a:pt x="2325" y="1243"/>
                    <a:pt x="2351" y="1373"/>
                    <a:pt x="2265" y="1580"/>
                  </a:cubicBezTo>
                  <a:cubicBezTo>
                    <a:pt x="2205" y="1724"/>
                    <a:pt x="2146" y="1764"/>
                    <a:pt x="2062" y="1764"/>
                  </a:cubicBezTo>
                  <a:cubicBezTo>
                    <a:pt x="1997" y="1764"/>
                    <a:pt x="1916" y="1740"/>
                    <a:pt x="1806" y="1724"/>
                  </a:cubicBezTo>
                  <a:cubicBezTo>
                    <a:pt x="1402" y="1664"/>
                    <a:pt x="918" y="1524"/>
                    <a:pt x="773" y="1087"/>
                  </a:cubicBezTo>
                  <a:cubicBezTo>
                    <a:pt x="735" y="977"/>
                    <a:pt x="734" y="877"/>
                    <a:pt x="758" y="792"/>
                  </a:cubicBezTo>
                  <a:lnTo>
                    <a:pt x="758" y="792"/>
                  </a:lnTo>
                  <a:cubicBezTo>
                    <a:pt x="762" y="792"/>
                    <a:pt x="766" y="792"/>
                    <a:pt x="770" y="792"/>
                  </a:cubicBezTo>
                  <a:cubicBezTo>
                    <a:pt x="783" y="792"/>
                    <a:pt x="797" y="791"/>
                    <a:pt x="812" y="787"/>
                  </a:cubicBezTo>
                  <a:cubicBezTo>
                    <a:pt x="1001" y="745"/>
                    <a:pt x="1230" y="703"/>
                    <a:pt x="1452" y="703"/>
                  </a:cubicBezTo>
                  <a:close/>
                  <a:moveTo>
                    <a:pt x="1208" y="1"/>
                  </a:moveTo>
                  <a:cubicBezTo>
                    <a:pt x="948" y="1"/>
                    <a:pt x="707" y="103"/>
                    <a:pt x="529" y="359"/>
                  </a:cubicBezTo>
                  <a:cubicBezTo>
                    <a:pt x="380" y="459"/>
                    <a:pt x="259" y="592"/>
                    <a:pt x="190" y="761"/>
                  </a:cubicBezTo>
                  <a:cubicBezTo>
                    <a:pt x="0" y="1231"/>
                    <a:pt x="438" y="1688"/>
                    <a:pt x="813" y="1895"/>
                  </a:cubicBezTo>
                  <a:cubicBezTo>
                    <a:pt x="1133" y="2071"/>
                    <a:pt x="1567" y="2231"/>
                    <a:pt x="1971" y="2231"/>
                  </a:cubicBezTo>
                  <a:cubicBezTo>
                    <a:pt x="2145" y="2231"/>
                    <a:pt x="2313" y="2201"/>
                    <a:pt x="2464" y="2130"/>
                  </a:cubicBezTo>
                  <a:cubicBezTo>
                    <a:pt x="2904" y="1920"/>
                    <a:pt x="3049" y="1447"/>
                    <a:pt x="2807" y="1032"/>
                  </a:cubicBezTo>
                  <a:cubicBezTo>
                    <a:pt x="2529" y="558"/>
                    <a:pt x="1815" y="1"/>
                    <a:pt x="12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803450" y="4069840"/>
              <a:ext cx="94333" cy="73639"/>
            </a:xfrm>
            <a:custGeom>
              <a:avLst/>
              <a:gdLst/>
              <a:ahLst/>
              <a:cxnLst/>
              <a:rect l="l" t="t" r="r" b="b"/>
              <a:pathLst>
                <a:path w="2416" h="1886" extrusionOk="0">
                  <a:moveTo>
                    <a:pt x="989" y="421"/>
                  </a:moveTo>
                  <a:cubicBezTo>
                    <a:pt x="1205" y="421"/>
                    <a:pt x="1460" y="515"/>
                    <a:pt x="1603" y="635"/>
                  </a:cubicBezTo>
                  <a:cubicBezTo>
                    <a:pt x="1632" y="660"/>
                    <a:pt x="1664" y="673"/>
                    <a:pt x="1695" y="679"/>
                  </a:cubicBezTo>
                  <a:cubicBezTo>
                    <a:pt x="1914" y="904"/>
                    <a:pt x="1978" y="1203"/>
                    <a:pt x="1648" y="1413"/>
                  </a:cubicBezTo>
                  <a:cubicBezTo>
                    <a:pt x="1552" y="1474"/>
                    <a:pt x="1450" y="1501"/>
                    <a:pt x="1348" y="1501"/>
                  </a:cubicBezTo>
                  <a:cubicBezTo>
                    <a:pt x="1033" y="1501"/>
                    <a:pt x="727" y="1238"/>
                    <a:pt x="640" y="932"/>
                  </a:cubicBezTo>
                  <a:cubicBezTo>
                    <a:pt x="533" y="553"/>
                    <a:pt x="733" y="421"/>
                    <a:pt x="989" y="421"/>
                  </a:cubicBezTo>
                  <a:close/>
                  <a:moveTo>
                    <a:pt x="1037" y="0"/>
                  </a:moveTo>
                  <a:cubicBezTo>
                    <a:pt x="614" y="0"/>
                    <a:pt x="215" y="208"/>
                    <a:pt x="50" y="666"/>
                  </a:cubicBezTo>
                  <a:cubicBezTo>
                    <a:pt x="0" y="805"/>
                    <a:pt x="109" y="896"/>
                    <a:pt x="225" y="902"/>
                  </a:cubicBezTo>
                  <a:cubicBezTo>
                    <a:pt x="318" y="1442"/>
                    <a:pt x="812" y="1886"/>
                    <a:pt x="1352" y="1886"/>
                  </a:cubicBezTo>
                  <a:cubicBezTo>
                    <a:pt x="1469" y="1886"/>
                    <a:pt x="1588" y="1865"/>
                    <a:pt x="1705" y="1820"/>
                  </a:cubicBezTo>
                  <a:cubicBezTo>
                    <a:pt x="2413" y="1547"/>
                    <a:pt x="2416" y="646"/>
                    <a:pt x="1832" y="248"/>
                  </a:cubicBezTo>
                  <a:lnTo>
                    <a:pt x="1832" y="248"/>
                  </a:lnTo>
                  <a:lnTo>
                    <a:pt x="1832" y="249"/>
                  </a:lnTo>
                  <a:cubicBezTo>
                    <a:pt x="1594" y="87"/>
                    <a:pt x="1310" y="0"/>
                    <a:pt x="10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861275" y="4217817"/>
              <a:ext cx="89023" cy="85235"/>
            </a:xfrm>
            <a:custGeom>
              <a:avLst/>
              <a:gdLst/>
              <a:ahLst/>
              <a:cxnLst/>
              <a:rect l="l" t="t" r="r" b="b"/>
              <a:pathLst>
                <a:path w="2280" h="2183" extrusionOk="0">
                  <a:moveTo>
                    <a:pt x="856" y="617"/>
                  </a:moveTo>
                  <a:cubicBezTo>
                    <a:pt x="1060" y="617"/>
                    <a:pt x="1271" y="713"/>
                    <a:pt x="1441" y="837"/>
                  </a:cubicBezTo>
                  <a:cubicBezTo>
                    <a:pt x="1543" y="913"/>
                    <a:pt x="1666" y="1062"/>
                    <a:pt x="1743" y="1218"/>
                  </a:cubicBezTo>
                  <a:cubicBezTo>
                    <a:pt x="1743" y="1220"/>
                    <a:pt x="1744" y="1221"/>
                    <a:pt x="1744" y="1221"/>
                  </a:cubicBezTo>
                  <a:cubicBezTo>
                    <a:pt x="1769" y="1515"/>
                    <a:pt x="1583" y="1736"/>
                    <a:pt x="1343" y="1745"/>
                  </a:cubicBezTo>
                  <a:cubicBezTo>
                    <a:pt x="1046" y="1663"/>
                    <a:pt x="735" y="1349"/>
                    <a:pt x="602" y="1123"/>
                  </a:cubicBezTo>
                  <a:cubicBezTo>
                    <a:pt x="524" y="991"/>
                    <a:pt x="503" y="848"/>
                    <a:pt x="525" y="724"/>
                  </a:cubicBezTo>
                  <a:lnTo>
                    <a:pt x="524" y="724"/>
                  </a:lnTo>
                  <a:cubicBezTo>
                    <a:pt x="626" y="648"/>
                    <a:pt x="740" y="617"/>
                    <a:pt x="856" y="617"/>
                  </a:cubicBezTo>
                  <a:close/>
                  <a:moveTo>
                    <a:pt x="833" y="1"/>
                  </a:moveTo>
                  <a:cubicBezTo>
                    <a:pt x="785" y="1"/>
                    <a:pt x="738" y="5"/>
                    <a:pt x="692" y="15"/>
                  </a:cubicBezTo>
                  <a:cubicBezTo>
                    <a:pt x="521" y="51"/>
                    <a:pt x="383" y="152"/>
                    <a:pt x="285" y="287"/>
                  </a:cubicBezTo>
                  <a:cubicBezTo>
                    <a:pt x="119" y="361"/>
                    <a:pt x="0" y="489"/>
                    <a:pt x="6" y="747"/>
                  </a:cubicBezTo>
                  <a:cubicBezTo>
                    <a:pt x="15" y="1204"/>
                    <a:pt x="512" y="1776"/>
                    <a:pt x="879" y="2009"/>
                  </a:cubicBezTo>
                  <a:cubicBezTo>
                    <a:pt x="1019" y="2097"/>
                    <a:pt x="1169" y="2144"/>
                    <a:pt x="1317" y="2150"/>
                  </a:cubicBezTo>
                  <a:cubicBezTo>
                    <a:pt x="1396" y="2171"/>
                    <a:pt x="1474" y="2182"/>
                    <a:pt x="1550" y="2182"/>
                  </a:cubicBezTo>
                  <a:cubicBezTo>
                    <a:pt x="1798" y="2182"/>
                    <a:pt x="2017" y="2060"/>
                    <a:pt x="2146" y="1750"/>
                  </a:cubicBezTo>
                  <a:cubicBezTo>
                    <a:pt x="2279" y="1436"/>
                    <a:pt x="2215" y="1126"/>
                    <a:pt x="2040" y="869"/>
                  </a:cubicBezTo>
                  <a:cubicBezTo>
                    <a:pt x="2005" y="790"/>
                    <a:pt x="1964" y="712"/>
                    <a:pt x="1911" y="640"/>
                  </a:cubicBezTo>
                  <a:cubicBezTo>
                    <a:pt x="1783" y="467"/>
                    <a:pt x="1585" y="284"/>
                    <a:pt x="1363" y="158"/>
                  </a:cubicBezTo>
                  <a:cubicBezTo>
                    <a:pt x="1324" y="108"/>
                    <a:pt x="1263" y="72"/>
                    <a:pt x="1194" y="72"/>
                  </a:cubicBezTo>
                  <a:cubicBezTo>
                    <a:pt x="1190" y="72"/>
                    <a:pt x="1186" y="72"/>
                    <a:pt x="1181" y="72"/>
                  </a:cubicBezTo>
                  <a:cubicBezTo>
                    <a:pt x="1066" y="27"/>
                    <a:pt x="948" y="1"/>
                    <a:pt x="8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1043417" y="4251083"/>
              <a:ext cx="97300" cy="70750"/>
            </a:xfrm>
            <a:custGeom>
              <a:avLst/>
              <a:gdLst/>
              <a:ahLst/>
              <a:cxnLst/>
              <a:rect l="l" t="t" r="r" b="b"/>
              <a:pathLst>
                <a:path w="2492" h="1812" extrusionOk="0">
                  <a:moveTo>
                    <a:pt x="801" y="465"/>
                  </a:moveTo>
                  <a:cubicBezTo>
                    <a:pt x="906" y="465"/>
                    <a:pt x="1047" y="495"/>
                    <a:pt x="1167" y="528"/>
                  </a:cubicBezTo>
                  <a:cubicBezTo>
                    <a:pt x="1203" y="555"/>
                    <a:pt x="1244" y="568"/>
                    <a:pt x="1285" y="568"/>
                  </a:cubicBezTo>
                  <a:cubicBezTo>
                    <a:pt x="1290" y="568"/>
                    <a:pt x="1294" y="567"/>
                    <a:pt x="1299" y="567"/>
                  </a:cubicBezTo>
                  <a:cubicBezTo>
                    <a:pt x="1343" y="582"/>
                    <a:pt x="1378" y="594"/>
                    <a:pt x="1398" y="602"/>
                  </a:cubicBezTo>
                  <a:cubicBezTo>
                    <a:pt x="1659" y="703"/>
                    <a:pt x="2244" y="1077"/>
                    <a:pt x="1813" y="1366"/>
                  </a:cubicBezTo>
                  <a:cubicBezTo>
                    <a:pt x="1783" y="1387"/>
                    <a:pt x="1748" y="1402"/>
                    <a:pt x="1713" y="1412"/>
                  </a:cubicBezTo>
                  <a:cubicBezTo>
                    <a:pt x="1535" y="1410"/>
                    <a:pt x="1325" y="1279"/>
                    <a:pt x="1189" y="1154"/>
                  </a:cubicBezTo>
                  <a:cubicBezTo>
                    <a:pt x="1086" y="1060"/>
                    <a:pt x="660" y="700"/>
                    <a:pt x="648" y="560"/>
                  </a:cubicBezTo>
                  <a:cubicBezTo>
                    <a:pt x="659" y="549"/>
                    <a:pt x="669" y="539"/>
                    <a:pt x="683" y="528"/>
                  </a:cubicBezTo>
                  <a:cubicBezTo>
                    <a:pt x="710" y="506"/>
                    <a:pt x="752" y="484"/>
                    <a:pt x="801" y="465"/>
                  </a:cubicBezTo>
                  <a:close/>
                  <a:moveTo>
                    <a:pt x="981" y="1"/>
                  </a:moveTo>
                  <a:cubicBezTo>
                    <a:pt x="481" y="1"/>
                    <a:pt x="40" y="243"/>
                    <a:pt x="9" y="825"/>
                  </a:cubicBezTo>
                  <a:cubicBezTo>
                    <a:pt x="1" y="950"/>
                    <a:pt x="94" y="1011"/>
                    <a:pt x="192" y="1011"/>
                  </a:cubicBezTo>
                  <a:cubicBezTo>
                    <a:pt x="195" y="1011"/>
                    <a:pt x="199" y="1011"/>
                    <a:pt x="202" y="1011"/>
                  </a:cubicBezTo>
                  <a:cubicBezTo>
                    <a:pt x="262" y="1159"/>
                    <a:pt x="366" y="1295"/>
                    <a:pt x="495" y="1397"/>
                  </a:cubicBezTo>
                  <a:cubicBezTo>
                    <a:pt x="772" y="1615"/>
                    <a:pt x="1186" y="1811"/>
                    <a:pt x="1569" y="1811"/>
                  </a:cubicBezTo>
                  <a:cubicBezTo>
                    <a:pt x="1612" y="1811"/>
                    <a:pt x="1655" y="1809"/>
                    <a:pt x="1697" y="1804"/>
                  </a:cubicBezTo>
                  <a:cubicBezTo>
                    <a:pt x="1699" y="1804"/>
                    <a:pt x="1702" y="1804"/>
                    <a:pt x="1704" y="1804"/>
                  </a:cubicBezTo>
                  <a:cubicBezTo>
                    <a:pt x="2113" y="1804"/>
                    <a:pt x="2492" y="1521"/>
                    <a:pt x="2467" y="1082"/>
                  </a:cubicBezTo>
                  <a:cubicBezTo>
                    <a:pt x="2431" y="439"/>
                    <a:pt x="1653" y="1"/>
                    <a:pt x="9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1018585" y="4387581"/>
              <a:ext cx="121079" cy="96754"/>
            </a:xfrm>
            <a:custGeom>
              <a:avLst/>
              <a:gdLst/>
              <a:ahLst/>
              <a:cxnLst/>
              <a:rect l="l" t="t" r="r" b="b"/>
              <a:pathLst>
                <a:path w="3101" h="2478" extrusionOk="0">
                  <a:moveTo>
                    <a:pt x="1110" y="569"/>
                  </a:moveTo>
                  <a:cubicBezTo>
                    <a:pt x="1143" y="569"/>
                    <a:pt x="1178" y="574"/>
                    <a:pt x="1217" y="583"/>
                  </a:cubicBezTo>
                  <a:cubicBezTo>
                    <a:pt x="1243" y="579"/>
                    <a:pt x="1270" y="576"/>
                    <a:pt x="1297" y="574"/>
                  </a:cubicBezTo>
                  <a:cubicBezTo>
                    <a:pt x="1366" y="591"/>
                    <a:pt x="1432" y="614"/>
                    <a:pt x="1492" y="638"/>
                  </a:cubicBezTo>
                  <a:cubicBezTo>
                    <a:pt x="1822" y="767"/>
                    <a:pt x="2167" y="1069"/>
                    <a:pt x="2241" y="1434"/>
                  </a:cubicBezTo>
                  <a:cubicBezTo>
                    <a:pt x="2281" y="1638"/>
                    <a:pt x="2157" y="1772"/>
                    <a:pt x="1990" y="1772"/>
                  </a:cubicBezTo>
                  <a:cubicBezTo>
                    <a:pt x="1934" y="1772"/>
                    <a:pt x="1873" y="1757"/>
                    <a:pt x="1811" y="1724"/>
                  </a:cubicBezTo>
                  <a:cubicBezTo>
                    <a:pt x="1626" y="1625"/>
                    <a:pt x="1461" y="1477"/>
                    <a:pt x="1320" y="1324"/>
                  </a:cubicBezTo>
                  <a:cubicBezTo>
                    <a:pt x="1207" y="1201"/>
                    <a:pt x="1108" y="1067"/>
                    <a:pt x="1027" y="922"/>
                  </a:cubicBezTo>
                  <a:cubicBezTo>
                    <a:pt x="982" y="844"/>
                    <a:pt x="943" y="763"/>
                    <a:pt x="911" y="679"/>
                  </a:cubicBezTo>
                  <a:cubicBezTo>
                    <a:pt x="954" y="606"/>
                    <a:pt x="1020" y="569"/>
                    <a:pt x="1110" y="569"/>
                  </a:cubicBezTo>
                  <a:close/>
                  <a:moveTo>
                    <a:pt x="1071" y="0"/>
                  </a:moveTo>
                  <a:cubicBezTo>
                    <a:pt x="925" y="0"/>
                    <a:pt x="788" y="40"/>
                    <a:pt x="670" y="139"/>
                  </a:cubicBezTo>
                  <a:cubicBezTo>
                    <a:pt x="613" y="187"/>
                    <a:pt x="571" y="240"/>
                    <a:pt x="542" y="296"/>
                  </a:cubicBezTo>
                  <a:cubicBezTo>
                    <a:pt x="1" y="621"/>
                    <a:pt x="307" y="1341"/>
                    <a:pt x="669" y="1732"/>
                  </a:cubicBezTo>
                  <a:cubicBezTo>
                    <a:pt x="708" y="1775"/>
                    <a:pt x="753" y="1793"/>
                    <a:pt x="797" y="1793"/>
                  </a:cubicBezTo>
                  <a:cubicBezTo>
                    <a:pt x="818" y="1793"/>
                    <a:pt x="840" y="1788"/>
                    <a:pt x="860" y="1781"/>
                  </a:cubicBezTo>
                  <a:cubicBezTo>
                    <a:pt x="1047" y="1973"/>
                    <a:pt x="1260" y="2134"/>
                    <a:pt x="1449" y="2244"/>
                  </a:cubicBezTo>
                  <a:cubicBezTo>
                    <a:pt x="1668" y="2370"/>
                    <a:pt x="1953" y="2478"/>
                    <a:pt x="2215" y="2478"/>
                  </a:cubicBezTo>
                  <a:cubicBezTo>
                    <a:pt x="2463" y="2478"/>
                    <a:pt x="2689" y="2382"/>
                    <a:pt x="2821" y="2116"/>
                  </a:cubicBezTo>
                  <a:cubicBezTo>
                    <a:pt x="3101" y="1553"/>
                    <a:pt x="2726" y="915"/>
                    <a:pt x="2283" y="569"/>
                  </a:cubicBezTo>
                  <a:cubicBezTo>
                    <a:pt x="2221" y="521"/>
                    <a:pt x="2148" y="465"/>
                    <a:pt x="2067" y="409"/>
                  </a:cubicBezTo>
                  <a:cubicBezTo>
                    <a:pt x="2056" y="320"/>
                    <a:pt x="1993" y="235"/>
                    <a:pt x="1879" y="228"/>
                  </a:cubicBezTo>
                  <a:cubicBezTo>
                    <a:pt x="1843" y="226"/>
                    <a:pt x="1804" y="224"/>
                    <a:pt x="1765" y="219"/>
                  </a:cubicBezTo>
                  <a:cubicBezTo>
                    <a:pt x="1542" y="97"/>
                    <a:pt x="1297" y="0"/>
                    <a:pt x="10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1184875" y="4377898"/>
              <a:ext cx="108857" cy="89921"/>
            </a:xfrm>
            <a:custGeom>
              <a:avLst/>
              <a:gdLst/>
              <a:ahLst/>
              <a:cxnLst/>
              <a:rect l="l" t="t" r="r" b="b"/>
              <a:pathLst>
                <a:path w="2788" h="2303" extrusionOk="0">
                  <a:moveTo>
                    <a:pt x="944" y="475"/>
                  </a:moveTo>
                  <a:cubicBezTo>
                    <a:pt x="987" y="476"/>
                    <a:pt x="1039" y="487"/>
                    <a:pt x="1111" y="501"/>
                  </a:cubicBezTo>
                  <a:cubicBezTo>
                    <a:pt x="1198" y="519"/>
                    <a:pt x="1281" y="546"/>
                    <a:pt x="1363" y="578"/>
                  </a:cubicBezTo>
                  <a:cubicBezTo>
                    <a:pt x="1317" y="693"/>
                    <a:pt x="1400" y="860"/>
                    <a:pt x="1550" y="860"/>
                  </a:cubicBezTo>
                  <a:cubicBezTo>
                    <a:pt x="1565" y="860"/>
                    <a:pt x="1581" y="859"/>
                    <a:pt x="1597" y="855"/>
                  </a:cubicBezTo>
                  <a:cubicBezTo>
                    <a:pt x="1631" y="847"/>
                    <a:pt x="1665" y="844"/>
                    <a:pt x="1698" y="844"/>
                  </a:cubicBezTo>
                  <a:cubicBezTo>
                    <a:pt x="1752" y="844"/>
                    <a:pt x="1805" y="853"/>
                    <a:pt x="1855" y="871"/>
                  </a:cubicBezTo>
                  <a:cubicBezTo>
                    <a:pt x="1956" y="961"/>
                    <a:pt x="2051" y="1065"/>
                    <a:pt x="2127" y="1180"/>
                  </a:cubicBezTo>
                  <a:cubicBezTo>
                    <a:pt x="2113" y="1220"/>
                    <a:pt x="2078" y="1259"/>
                    <a:pt x="2017" y="1296"/>
                  </a:cubicBezTo>
                  <a:cubicBezTo>
                    <a:pt x="1977" y="1400"/>
                    <a:pt x="1916" y="1452"/>
                    <a:pt x="1834" y="1452"/>
                  </a:cubicBezTo>
                  <a:cubicBezTo>
                    <a:pt x="1794" y="1452"/>
                    <a:pt x="1748" y="1439"/>
                    <a:pt x="1697" y="1413"/>
                  </a:cubicBezTo>
                  <a:cubicBezTo>
                    <a:pt x="1438" y="1366"/>
                    <a:pt x="1190" y="1263"/>
                    <a:pt x="971" y="1117"/>
                  </a:cubicBezTo>
                  <a:cubicBezTo>
                    <a:pt x="954" y="1106"/>
                    <a:pt x="938" y="1094"/>
                    <a:pt x="922" y="1083"/>
                  </a:cubicBezTo>
                  <a:cubicBezTo>
                    <a:pt x="830" y="884"/>
                    <a:pt x="815" y="673"/>
                    <a:pt x="944" y="475"/>
                  </a:cubicBezTo>
                  <a:close/>
                  <a:moveTo>
                    <a:pt x="1687" y="1811"/>
                  </a:moveTo>
                  <a:lnTo>
                    <a:pt x="1687" y="1811"/>
                  </a:lnTo>
                  <a:cubicBezTo>
                    <a:pt x="1772" y="1824"/>
                    <a:pt x="1858" y="1831"/>
                    <a:pt x="1942" y="1831"/>
                  </a:cubicBezTo>
                  <a:cubicBezTo>
                    <a:pt x="1948" y="1831"/>
                    <a:pt x="1954" y="1831"/>
                    <a:pt x="1960" y="1831"/>
                  </a:cubicBezTo>
                  <a:cubicBezTo>
                    <a:pt x="2008" y="1830"/>
                    <a:pt x="2054" y="1823"/>
                    <a:pt x="2098" y="1814"/>
                  </a:cubicBezTo>
                  <a:lnTo>
                    <a:pt x="2098" y="1814"/>
                  </a:lnTo>
                  <a:cubicBezTo>
                    <a:pt x="2056" y="1845"/>
                    <a:pt x="2015" y="1876"/>
                    <a:pt x="1972" y="1908"/>
                  </a:cubicBezTo>
                  <a:cubicBezTo>
                    <a:pt x="1962" y="1910"/>
                    <a:pt x="1951" y="1911"/>
                    <a:pt x="1940" y="1911"/>
                  </a:cubicBezTo>
                  <a:cubicBezTo>
                    <a:pt x="1864" y="1911"/>
                    <a:pt x="1769" y="1861"/>
                    <a:pt x="1687" y="1811"/>
                  </a:cubicBezTo>
                  <a:close/>
                  <a:moveTo>
                    <a:pt x="916" y="0"/>
                  </a:moveTo>
                  <a:cubicBezTo>
                    <a:pt x="872" y="0"/>
                    <a:pt x="826" y="16"/>
                    <a:pt x="785" y="54"/>
                  </a:cubicBezTo>
                  <a:cubicBezTo>
                    <a:pt x="774" y="65"/>
                    <a:pt x="764" y="76"/>
                    <a:pt x="752" y="88"/>
                  </a:cubicBezTo>
                  <a:cubicBezTo>
                    <a:pt x="578" y="106"/>
                    <a:pt x="414" y="168"/>
                    <a:pt x="299" y="302"/>
                  </a:cubicBezTo>
                  <a:cubicBezTo>
                    <a:pt x="0" y="650"/>
                    <a:pt x="290" y="1076"/>
                    <a:pt x="579" y="1313"/>
                  </a:cubicBezTo>
                  <a:cubicBezTo>
                    <a:pt x="597" y="1329"/>
                    <a:pt x="618" y="1343"/>
                    <a:pt x="637" y="1358"/>
                  </a:cubicBezTo>
                  <a:cubicBezTo>
                    <a:pt x="833" y="1690"/>
                    <a:pt x="1163" y="1979"/>
                    <a:pt x="1488" y="2144"/>
                  </a:cubicBezTo>
                  <a:cubicBezTo>
                    <a:pt x="1663" y="2231"/>
                    <a:pt x="1874" y="2303"/>
                    <a:pt x="2074" y="2303"/>
                  </a:cubicBezTo>
                  <a:cubicBezTo>
                    <a:pt x="2264" y="2303"/>
                    <a:pt x="2443" y="2238"/>
                    <a:pt x="2572" y="2062"/>
                  </a:cubicBezTo>
                  <a:cubicBezTo>
                    <a:pt x="2788" y="1765"/>
                    <a:pt x="2684" y="1363"/>
                    <a:pt x="2512" y="1061"/>
                  </a:cubicBezTo>
                  <a:cubicBezTo>
                    <a:pt x="2506" y="1041"/>
                    <a:pt x="2501" y="1021"/>
                    <a:pt x="2493" y="1001"/>
                  </a:cubicBezTo>
                  <a:cubicBezTo>
                    <a:pt x="2414" y="787"/>
                    <a:pt x="2258" y="632"/>
                    <a:pt x="2069" y="543"/>
                  </a:cubicBezTo>
                  <a:cubicBezTo>
                    <a:pt x="1881" y="386"/>
                    <a:pt x="1664" y="262"/>
                    <a:pt x="1433" y="183"/>
                  </a:cubicBezTo>
                  <a:cubicBezTo>
                    <a:pt x="1332" y="148"/>
                    <a:pt x="1214" y="118"/>
                    <a:pt x="1094" y="100"/>
                  </a:cubicBezTo>
                  <a:cubicBezTo>
                    <a:pt x="1055" y="42"/>
                    <a:pt x="988" y="0"/>
                    <a:pt x="9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1343512" y="4279819"/>
              <a:ext cx="101712" cy="83712"/>
            </a:xfrm>
            <a:custGeom>
              <a:avLst/>
              <a:gdLst/>
              <a:ahLst/>
              <a:cxnLst/>
              <a:rect l="l" t="t" r="r" b="b"/>
              <a:pathLst>
                <a:path w="2605" h="2144" extrusionOk="0">
                  <a:moveTo>
                    <a:pt x="809" y="404"/>
                  </a:moveTo>
                  <a:cubicBezTo>
                    <a:pt x="830" y="404"/>
                    <a:pt x="851" y="406"/>
                    <a:pt x="872" y="408"/>
                  </a:cubicBezTo>
                  <a:cubicBezTo>
                    <a:pt x="849" y="419"/>
                    <a:pt x="825" y="433"/>
                    <a:pt x="802" y="447"/>
                  </a:cubicBezTo>
                  <a:cubicBezTo>
                    <a:pt x="757" y="431"/>
                    <a:pt x="717" y="424"/>
                    <a:pt x="678" y="424"/>
                  </a:cubicBezTo>
                  <a:cubicBezTo>
                    <a:pt x="701" y="417"/>
                    <a:pt x="726" y="412"/>
                    <a:pt x="754" y="408"/>
                  </a:cubicBezTo>
                  <a:cubicBezTo>
                    <a:pt x="772" y="406"/>
                    <a:pt x="790" y="404"/>
                    <a:pt x="809" y="404"/>
                  </a:cubicBezTo>
                  <a:close/>
                  <a:moveTo>
                    <a:pt x="1204" y="710"/>
                  </a:moveTo>
                  <a:cubicBezTo>
                    <a:pt x="1332" y="710"/>
                    <a:pt x="1472" y="758"/>
                    <a:pt x="1589" y="823"/>
                  </a:cubicBezTo>
                  <a:cubicBezTo>
                    <a:pt x="1763" y="994"/>
                    <a:pt x="1905" y="1185"/>
                    <a:pt x="1978" y="1328"/>
                  </a:cubicBezTo>
                  <a:cubicBezTo>
                    <a:pt x="2033" y="1434"/>
                    <a:pt x="2043" y="1544"/>
                    <a:pt x="2009" y="1623"/>
                  </a:cubicBezTo>
                  <a:cubicBezTo>
                    <a:pt x="1989" y="1629"/>
                    <a:pt x="1968" y="1635"/>
                    <a:pt x="1943" y="1638"/>
                  </a:cubicBezTo>
                  <a:cubicBezTo>
                    <a:pt x="1925" y="1640"/>
                    <a:pt x="1906" y="1642"/>
                    <a:pt x="1887" y="1642"/>
                  </a:cubicBezTo>
                  <a:cubicBezTo>
                    <a:pt x="1676" y="1642"/>
                    <a:pt x="1411" y="1502"/>
                    <a:pt x="1214" y="1373"/>
                  </a:cubicBezTo>
                  <a:cubicBezTo>
                    <a:pt x="1086" y="1234"/>
                    <a:pt x="979" y="1070"/>
                    <a:pt x="850" y="945"/>
                  </a:cubicBezTo>
                  <a:cubicBezTo>
                    <a:pt x="921" y="773"/>
                    <a:pt x="1055" y="710"/>
                    <a:pt x="1204" y="710"/>
                  </a:cubicBezTo>
                  <a:close/>
                  <a:moveTo>
                    <a:pt x="701" y="0"/>
                  </a:moveTo>
                  <a:cubicBezTo>
                    <a:pt x="594" y="0"/>
                    <a:pt x="491" y="22"/>
                    <a:pt x="400" y="75"/>
                  </a:cubicBezTo>
                  <a:cubicBezTo>
                    <a:pt x="1" y="302"/>
                    <a:pt x="131" y="807"/>
                    <a:pt x="352" y="1109"/>
                  </a:cubicBezTo>
                  <a:cubicBezTo>
                    <a:pt x="496" y="1305"/>
                    <a:pt x="677" y="1476"/>
                    <a:pt x="879" y="1619"/>
                  </a:cubicBezTo>
                  <a:cubicBezTo>
                    <a:pt x="1070" y="1803"/>
                    <a:pt x="1295" y="1950"/>
                    <a:pt x="1533" y="2049"/>
                  </a:cubicBezTo>
                  <a:cubicBezTo>
                    <a:pt x="1669" y="2107"/>
                    <a:pt x="1823" y="2144"/>
                    <a:pt x="1966" y="2144"/>
                  </a:cubicBezTo>
                  <a:cubicBezTo>
                    <a:pt x="2135" y="2144"/>
                    <a:pt x="2290" y="2091"/>
                    <a:pt x="2383" y="1958"/>
                  </a:cubicBezTo>
                  <a:cubicBezTo>
                    <a:pt x="2507" y="1894"/>
                    <a:pt x="2594" y="1782"/>
                    <a:pt x="2597" y="1601"/>
                  </a:cubicBezTo>
                  <a:cubicBezTo>
                    <a:pt x="2605" y="1187"/>
                    <a:pt x="2120" y="649"/>
                    <a:pt x="1729" y="439"/>
                  </a:cubicBezTo>
                  <a:cubicBezTo>
                    <a:pt x="1486" y="252"/>
                    <a:pt x="1065" y="0"/>
                    <a:pt x="7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1177144" y="4164990"/>
              <a:ext cx="109092" cy="88945"/>
            </a:xfrm>
            <a:custGeom>
              <a:avLst/>
              <a:gdLst/>
              <a:ahLst/>
              <a:cxnLst/>
              <a:rect l="l" t="t" r="r" b="b"/>
              <a:pathLst>
                <a:path w="2794" h="2278" extrusionOk="0">
                  <a:moveTo>
                    <a:pt x="889" y="547"/>
                  </a:moveTo>
                  <a:cubicBezTo>
                    <a:pt x="909" y="558"/>
                    <a:pt x="927" y="567"/>
                    <a:pt x="940" y="575"/>
                  </a:cubicBezTo>
                  <a:lnTo>
                    <a:pt x="941" y="575"/>
                  </a:lnTo>
                  <a:cubicBezTo>
                    <a:pt x="1199" y="708"/>
                    <a:pt x="2451" y="1687"/>
                    <a:pt x="1737" y="1853"/>
                  </a:cubicBezTo>
                  <a:cubicBezTo>
                    <a:pt x="1721" y="1857"/>
                    <a:pt x="1707" y="1859"/>
                    <a:pt x="1692" y="1860"/>
                  </a:cubicBezTo>
                  <a:cubicBezTo>
                    <a:pt x="1471" y="1767"/>
                    <a:pt x="1175" y="1531"/>
                    <a:pt x="1095" y="1463"/>
                  </a:cubicBezTo>
                  <a:cubicBezTo>
                    <a:pt x="922" y="1317"/>
                    <a:pt x="770" y="1147"/>
                    <a:pt x="644" y="960"/>
                  </a:cubicBezTo>
                  <a:cubicBezTo>
                    <a:pt x="641" y="751"/>
                    <a:pt x="738" y="669"/>
                    <a:pt x="889" y="547"/>
                  </a:cubicBezTo>
                  <a:close/>
                  <a:moveTo>
                    <a:pt x="443" y="1"/>
                  </a:moveTo>
                  <a:cubicBezTo>
                    <a:pt x="243" y="1"/>
                    <a:pt x="90" y="103"/>
                    <a:pt x="40" y="373"/>
                  </a:cubicBezTo>
                  <a:cubicBezTo>
                    <a:pt x="0" y="589"/>
                    <a:pt x="81" y="812"/>
                    <a:pt x="202" y="1014"/>
                  </a:cubicBezTo>
                  <a:cubicBezTo>
                    <a:pt x="206" y="1089"/>
                    <a:pt x="224" y="1167"/>
                    <a:pt x="259" y="1248"/>
                  </a:cubicBezTo>
                  <a:cubicBezTo>
                    <a:pt x="428" y="1638"/>
                    <a:pt x="874" y="2001"/>
                    <a:pt x="1264" y="2159"/>
                  </a:cubicBezTo>
                  <a:cubicBezTo>
                    <a:pt x="1394" y="2212"/>
                    <a:pt x="1550" y="2247"/>
                    <a:pt x="1704" y="2248"/>
                  </a:cubicBezTo>
                  <a:cubicBezTo>
                    <a:pt x="1786" y="2268"/>
                    <a:pt x="1860" y="2277"/>
                    <a:pt x="1927" y="2277"/>
                  </a:cubicBezTo>
                  <a:cubicBezTo>
                    <a:pt x="2793" y="2277"/>
                    <a:pt x="2464" y="732"/>
                    <a:pt x="1751" y="455"/>
                  </a:cubicBezTo>
                  <a:cubicBezTo>
                    <a:pt x="1726" y="445"/>
                    <a:pt x="1702" y="440"/>
                    <a:pt x="1681" y="440"/>
                  </a:cubicBezTo>
                  <a:cubicBezTo>
                    <a:pt x="1621" y="440"/>
                    <a:pt x="1576" y="474"/>
                    <a:pt x="1548" y="521"/>
                  </a:cubicBezTo>
                  <a:cubicBezTo>
                    <a:pt x="1211" y="266"/>
                    <a:pt x="766" y="1"/>
                    <a:pt x="4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1141496" y="4015373"/>
              <a:ext cx="118267" cy="97886"/>
            </a:xfrm>
            <a:custGeom>
              <a:avLst/>
              <a:gdLst/>
              <a:ahLst/>
              <a:cxnLst/>
              <a:rect l="l" t="t" r="r" b="b"/>
              <a:pathLst>
                <a:path w="3029" h="2507" extrusionOk="0">
                  <a:moveTo>
                    <a:pt x="1353" y="390"/>
                  </a:moveTo>
                  <a:cubicBezTo>
                    <a:pt x="1701" y="390"/>
                    <a:pt x="2067" y="553"/>
                    <a:pt x="2179" y="881"/>
                  </a:cubicBezTo>
                  <a:cubicBezTo>
                    <a:pt x="2019" y="708"/>
                    <a:pt x="1805" y="580"/>
                    <a:pt x="1574" y="536"/>
                  </a:cubicBezTo>
                  <a:cubicBezTo>
                    <a:pt x="1511" y="524"/>
                    <a:pt x="1448" y="518"/>
                    <a:pt x="1387" y="518"/>
                  </a:cubicBezTo>
                  <a:cubicBezTo>
                    <a:pt x="1290" y="518"/>
                    <a:pt x="1197" y="533"/>
                    <a:pt x="1107" y="559"/>
                  </a:cubicBezTo>
                  <a:cubicBezTo>
                    <a:pt x="1089" y="513"/>
                    <a:pt x="1055" y="472"/>
                    <a:pt x="1010" y="450"/>
                  </a:cubicBezTo>
                  <a:cubicBezTo>
                    <a:pt x="1030" y="442"/>
                    <a:pt x="1052" y="435"/>
                    <a:pt x="1072" y="428"/>
                  </a:cubicBezTo>
                  <a:cubicBezTo>
                    <a:pt x="1160" y="403"/>
                    <a:pt x="1256" y="390"/>
                    <a:pt x="1353" y="390"/>
                  </a:cubicBezTo>
                  <a:close/>
                  <a:moveTo>
                    <a:pt x="1386" y="912"/>
                  </a:moveTo>
                  <a:cubicBezTo>
                    <a:pt x="1450" y="912"/>
                    <a:pt x="1515" y="922"/>
                    <a:pt x="1581" y="942"/>
                  </a:cubicBezTo>
                  <a:cubicBezTo>
                    <a:pt x="1992" y="1070"/>
                    <a:pt x="2371" y="1912"/>
                    <a:pt x="1705" y="1912"/>
                  </a:cubicBezTo>
                  <a:cubicBezTo>
                    <a:pt x="1704" y="1912"/>
                    <a:pt x="1703" y="1912"/>
                    <a:pt x="1702" y="1912"/>
                  </a:cubicBezTo>
                  <a:cubicBezTo>
                    <a:pt x="1396" y="1910"/>
                    <a:pt x="969" y="1586"/>
                    <a:pt x="736" y="1385"/>
                  </a:cubicBezTo>
                  <a:cubicBezTo>
                    <a:pt x="847" y="1113"/>
                    <a:pt x="1096" y="912"/>
                    <a:pt x="1386" y="912"/>
                  </a:cubicBezTo>
                  <a:close/>
                  <a:moveTo>
                    <a:pt x="1352" y="0"/>
                  </a:moveTo>
                  <a:cubicBezTo>
                    <a:pt x="1158" y="0"/>
                    <a:pt x="967" y="37"/>
                    <a:pt x="797" y="113"/>
                  </a:cubicBezTo>
                  <a:cubicBezTo>
                    <a:pt x="481" y="252"/>
                    <a:pt x="142" y="580"/>
                    <a:pt x="92" y="944"/>
                  </a:cubicBezTo>
                  <a:cubicBezTo>
                    <a:pt x="20" y="1080"/>
                    <a:pt x="0" y="1241"/>
                    <a:pt x="70" y="1431"/>
                  </a:cubicBezTo>
                  <a:cubicBezTo>
                    <a:pt x="253" y="1933"/>
                    <a:pt x="822" y="2411"/>
                    <a:pt x="1346" y="2494"/>
                  </a:cubicBezTo>
                  <a:cubicBezTo>
                    <a:pt x="1398" y="2502"/>
                    <a:pt x="1449" y="2506"/>
                    <a:pt x="1499" y="2506"/>
                  </a:cubicBezTo>
                  <a:cubicBezTo>
                    <a:pt x="2450" y="2506"/>
                    <a:pt x="3028" y="1088"/>
                    <a:pt x="2358" y="398"/>
                  </a:cubicBezTo>
                  <a:lnTo>
                    <a:pt x="2359" y="398"/>
                  </a:lnTo>
                  <a:cubicBezTo>
                    <a:pt x="2106" y="137"/>
                    <a:pt x="1725" y="0"/>
                    <a:pt x="13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895673" y="3934357"/>
              <a:ext cx="91404" cy="83439"/>
            </a:xfrm>
            <a:custGeom>
              <a:avLst/>
              <a:gdLst/>
              <a:ahLst/>
              <a:cxnLst/>
              <a:rect l="l" t="t" r="r" b="b"/>
              <a:pathLst>
                <a:path w="2341" h="2137" extrusionOk="0">
                  <a:moveTo>
                    <a:pt x="1090" y="391"/>
                  </a:moveTo>
                  <a:cubicBezTo>
                    <a:pt x="1244" y="391"/>
                    <a:pt x="1400" y="439"/>
                    <a:pt x="1530" y="515"/>
                  </a:cubicBezTo>
                  <a:cubicBezTo>
                    <a:pt x="1659" y="590"/>
                    <a:pt x="1753" y="688"/>
                    <a:pt x="1815" y="794"/>
                  </a:cubicBezTo>
                  <a:cubicBezTo>
                    <a:pt x="1720" y="853"/>
                    <a:pt x="1661" y="998"/>
                    <a:pt x="1753" y="1114"/>
                  </a:cubicBezTo>
                  <a:cubicBezTo>
                    <a:pt x="1809" y="1184"/>
                    <a:pt x="1840" y="1269"/>
                    <a:pt x="1846" y="1353"/>
                  </a:cubicBezTo>
                  <a:cubicBezTo>
                    <a:pt x="1767" y="1510"/>
                    <a:pt x="1610" y="1636"/>
                    <a:pt x="1371" y="1685"/>
                  </a:cubicBezTo>
                  <a:cubicBezTo>
                    <a:pt x="1336" y="1693"/>
                    <a:pt x="1296" y="1697"/>
                    <a:pt x="1253" y="1701"/>
                  </a:cubicBezTo>
                  <a:cubicBezTo>
                    <a:pt x="1232" y="1693"/>
                    <a:pt x="1210" y="1685"/>
                    <a:pt x="1189" y="1677"/>
                  </a:cubicBezTo>
                  <a:cubicBezTo>
                    <a:pt x="959" y="1584"/>
                    <a:pt x="704" y="1413"/>
                    <a:pt x="574" y="1197"/>
                  </a:cubicBezTo>
                  <a:cubicBezTo>
                    <a:pt x="559" y="1171"/>
                    <a:pt x="547" y="1144"/>
                    <a:pt x="536" y="1118"/>
                  </a:cubicBezTo>
                  <a:cubicBezTo>
                    <a:pt x="550" y="1103"/>
                    <a:pt x="565" y="1089"/>
                    <a:pt x="583" y="1075"/>
                  </a:cubicBezTo>
                  <a:cubicBezTo>
                    <a:pt x="653" y="999"/>
                    <a:pt x="738" y="937"/>
                    <a:pt x="818" y="873"/>
                  </a:cubicBezTo>
                  <a:cubicBezTo>
                    <a:pt x="973" y="749"/>
                    <a:pt x="831" y="554"/>
                    <a:pt x="668" y="553"/>
                  </a:cubicBezTo>
                  <a:cubicBezTo>
                    <a:pt x="692" y="531"/>
                    <a:pt x="716" y="509"/>
                    <a:pt x="745" y="491"/>
                  </a:cubicBezTo>
                  <a:cubicBezTo>
                    <a:pt x="849" y="421"/>
                    <a:pt x="969" y="391"/>
                    <a:pt x="1090" y="391"/>
                  </a:cubicBezTo>
                  <a:close/>
                  <a:moveTo>
                    <a:pt x="1106" y="1"/>
                  </a:moveTo>
                  <a:cubicBezTo>
                    <a:pt x="739" y="1"/>
                    <a:pt x="389" y="180"/>
                    <a:pt x="206" y="518"/>
                  </a:cubicBezTo>
                  <a:cubicBezTo>
                    <a:pt x="103" y="708"/>
                    <a:pt x="83" y="899"/>
                    <a:pt x="121" y="1081"/>
                  </a:cubicBezTo>
                  <a:cubicBezTo>
                    <a:pt x="20" y="1284"/>
                    <a:pt x="1" y="1509"/>
                    <a:pt x="166" y="1727"/>
                  </a:cubicBezTo>
                  <a:cubicBezTo>
                    <a:pt x="363" y="1985"/>
                    <a:pt x="771" y="2096"/>
                    <a:pt x="1140" y="2096"/>
                  </a:cubicBezTo>
                  <a:cubicBezTo>
                    <a:pt x="1158" y="2096"/>
                    <a:pt x="1176" y="2096"/>
                    <a:pt x="1194" y="2095"/>
                  </a:cubicBezTo>
                  <a:cubicBezTo>
                    <a:pt x="1288" y="2121"/>
                    <a:pt x="1383" y="2137"/>
                    <a:pt x="1477" y="2137"/>
                  </a:cubicBezTo>
                  <a:cubicBezTo>
                    <a:pt x="1649" y="2137"/>
                    <a:pt x="1817" y="2086"/>
                    <a:pt x="1968" y="1960"/>
                  </a:cubicBezTo>
                  <a:cubicBezTo>
                    <a:pt x="2124" y="1829"/>
                    <a:pt x="2209" y="1665"/>
                    <a:pt x="2230" y="1493"/>
                  </a:cubicBezTo>
                  <a:cubicBezTo>
                    <a:pt x="2308" y="1334"/>
                    <a:pt x="2341" y="1155"/>
                    <a:pt x="2309" y="967"/>
                  </a:cubicBezTo>
                  <a:cubicBezTo>
                    <a:pt x="2231" y="499"/>
                    <a:pt x="1817" y="137"/>
                    <a:pt x="1368" y="31"/>
                  </a:cubicBezTo>
                  <a:cubicBezTo>
                    <a:pt x="1281" y="11"/>
                    <a:pt x="1193" y="1"/>
                    <a:pt x="11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1071646" y="3854707"/>
              <a:ext cx="96246" cy="88515"/>
            </a:xfrm>
            <a:custGeom>
              <a:avLst/>
              <a:gdLst/>
              <a:ahLst/>
              <a:cxnLst/>
              <a:rect l="l" t="t" r="r" b="b"/>
              <a:pathLst>
                <a:path w="2465" h="2267" extrusionOk="0">
                  <a:moveTo>
                    <a:pt x="1382" y="555"/>
                  </a:moveTo>
                  <a:cubicBezTo>
                    <a:pt x="1485" y="555"/>
                    <a:pt x="1589" y="580"/>
                    <a:pt x="1688" y="636"/>
                  </a:cubicBezTo>
                  <a:cubicBezTo>
                    <a:pt x="1797" y="699"/>
                    <a:pt x="1893" y="806"/>
                    <a:pt x="1957" y="929"/>
                  </a:cubicBezTo>
                  <a:cubicBezTo>
                    <a:pt x="1974" y="1191"/>
                    <a:pt x="1858" y="1505"/>
                    <a:pt x="1667" y="1698"/>
                  </a:cubicBezTo>
                  <a:cubicBezTo>
                    <a:pt x="1625" y="1707"/>
                    <a:pt x="1583" y="1711"/>
                    <a:pt x="1541" y="1711"/>
                  </a:cubicBezTo>
                  <a:cubicBezTo>
                    <a:pt x="1250" y="1711"/>
                    <a:pt x="969" y="1513"/>
                    <a:pt x="760" y="1332"/>
                  </a:cubicBezTo>
                  <a:lnTo>
                    <a:pt x="760" y="1333"/>
                  </a:lnTo>
                  <a:cubicBezTo>
                    <a:pt x="630" y="1220"/>
                    <a:pt x="524" y="1123"/>
                    <a:pt x="493" y="992"/>
                  </a:cubicBezTo>
                  <a:lnTo>
                    <a:pt x="493" y="992"/>
                  </a:lnTo>
                  <a:cubicBezTo>
                    <a:pt x="524" y="1010"/>
                    <a:pt x="560" y="1020"/>
                    <a:pt x="596" y="1020"/>
                  </a:cubicBezTo>
                  <a:cubicBezTo>
                    <a:pt x="657" y="1020"/>
                    <a:pt x="717" y="992"/>
                    <a:pt x="758" y="926"/>
                  </a:cubicBezTo>
                  <a:cubicBezTo>
                    <a:pt x="893" y="704"/>
                    <a:pt x="1133" y="555"/>
                    <a:pt x="1382" y="555"/>
                  </a:cubicBezTo>
                  <a:close/>
                  <a:moveTo>
                    <a:pt x="1189" y="0"/>
                  </a:moveTo>
                  <a:cubicBezTo>
                    <a:pt x="1095" y="0"/>
                    <a:pt x="1001" y="8"/>
                    <a:pt x="910" y="23"/>
                  </a:cubicBezTo>
                  <a:cubicBezTo>
                    <a:pt x="898" y="21"/>
                    <a:pt x="886" y="20"/>
                    <a:pt x="873" y="20"/>
                  </a:cubicBezTo>
                  <a:cubicBezTo>
                    <a:pt x="866" y="20"/>
                    <a:pt x="858" y="20"/>
                    <a:pt x="850" y="21"/>
                  </a:cubicBezTo>
                  <a:cubicBezTo>
                    <a:pt x="662" y="48"/>
                    <a:pt x="512" y="118"/>
                    <a:pt x="395" y="216"/>
                  </a:cubicBezTo>
                  <a:cubicBezTo>
                    <a:pt x="149" y="380"/>
                    <a:pt x="0" y="637"/>
                    <a:pt x="63" y="987"/>
                  </a:cubicBezTo>
                  <a:cubicBezTo>
                    <a:pt x="67" y="1007"/>
                    <a:pt x="72" y="1027"/>
                    <a:pt x="78" y="1048"/>
                  </a:cubicBezTo>
                  <a:cubicBezTo>
                    <a:pt x="99" y="1504"/>
                    <a:pt x="346" y="1980"/>
                    <a:pt x="760" y="2173"/>
                  </a:cubicBezTo>
                  <a:cubicBezTo>
                    <a:pt x="900" y="2238"/>
                    <a:pt x="1040" y="2267"/>
                    <a:pt x="1178" y="2267"/>
                  </a:cubicBezTo>
                  <a:cubicBezTo>
                    <a:pt x="1388" y="2267"/>
                    <a:pt x="1591" y="2198"/>
                    <a:pt x="1768" y="2082"/>
                  </a:cubicBezTo>
                  <a:cubicBezTo>
                    <a:pt x="2026" y="2036"/>
                    <a:pt x="2247" y="1885"/>
                    <a:pt x="2368" y="1588"/>
                  </a:cubicBezTo>
                  <a:cubicBezTo>
                    <a:pt x="2464" y="1353"/>
                    <a:pt x="2452" y="1096"/>
                    <a:pt x="2363" y="866"/>
                  </a:cubicBezTo>
                  <a:cubicBezTo>
                    <a:pt x="2342" y="713"/>
                    <a:pt x="2287" y="562"/>
                    <a:pt x="2190" y="423"/>
                  </a:cubicBezTo>
                  <a:cubicBezTo>
                    <a:pt x="1992" y="140"/>
                    <a:pt x="1591" y="0"/>
                    <a:pt x="1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1245120" y="3909095"/>
              <a:ext cx="92810" cy="80316"/>
            </a:xfrm>
            <a:custGeom>
              <a:avLst/>
              <a:gdLst/>
              <a:ahLst/>
              <a:cxnLst/>
              <a:rect l="l" t="t" r="r" b="b"/>
              <a:pathLst>
                <a:path w="2377" h="2057" extrusionOk="0">
                  <a:moveTo>
                    <a:pt x="979" y="424"/>
                  </a:moveTo>
                  <a:cubicBezTo>
                    <a:pt x="1022" y="424"/>
                    <a:pt x="1068" y="429"/>
                    <a:pt x="1120" y="440"/>
                  </a:cubicBezTo>
                  <a:cubicBezTo>
                    <a:pt x="1135" y="444"/>
                    <a:pt x="1149" y="445"/>
                    <a:pt x="1163" y="445"/>
                  </a:cubicBezTo>
                  <a:cubicBezTo>
                    <a:pt x="1183" y="445"/>
                    <a:pt x="1201" y="442"/>
                    <a:pt x="1218" y="437"/>
                  </a:cubicBezTo>
                  <a:lnTo>
                    <a:pt x="1218" y="437"/>
                  </a:lnTo>
                  <a:cubicBezTo>
                    <a:pt x="1180" y="551"/>
                    <a:pt x="1229" y="687"/>
                    <a:pt x="1363" y="687"/>
                  </a:cubicBezTo>
                  <a:cubicBezTo>
                    <a:pt x="1372" y="687"/>
                    <a:pt x="1382" y="686"/>
                    <a:pt x="1393" y="685"/>
                  </a:cubicBezTo>
                  <a:cubicBezTo>
                    <a:pt x="1458" y="676"/>
                    <a:pt x="1540" y="660"/>
                    <a:pt x="1616" y="660"/>
                  </a:cubicBezTo>
                  <a:cubicBezTo>
                    <a:pt x="1659" y="660"/>
                    <a:pt x="1700" y="665"/>
                    <a:pt x="1735" y="678"/>
                  </a:cubicBezTo>
                  <a:cubicBezTo>
                    <a:pt x="1927" y="749"/>
                    <a:pt x="1876" y="958"/>
                    <a:pt x="1821" y="1120"/>
                  </a:cubicBezTo>
                  <a:cubicBezTo>
                    <a:pt x="1798" y="1187"/>
                    <a:pt x="1771" y="1253"/>
                    <a:pt x="1739" y="1317"/>
                  </a:cubicBezTo>
                  <a:cubicBezTo>
                    <a:pt x="1677" y="1370"/>
                    <a:pt x="1602" y="1410"/>
                    <a:pt x="1521" y="1430"/>
                  </a:cubicBezTo>
                  <a:cubicBezTo>
                    <a:pt x="1473" y="1442"/>
                    <a:pt x="1425" y="1448"/>
                    <a:pt x="1377" y="1448"/>
                  </a:cubicBezTo>
                  <a:cubicBezTo>
                    <a:pt x="1147" y="1448"/>
                    <a:pt x="932" y="1315"/>
                    <a:pt x="800" y="1123"/>
                  </a:cubicBezTo>
                  <a:cubicBezTo>
                    <a:pt x="677" y="943"/>
                    <a:pt x="633" y="726"/>
                    <a:pt x="699" y="581"/>
                  </a:cubicBezTo>
                  <a:cubicBezTo>
                    <a:pt x="746" y="522"/>
                    <a:pt x="808" y="472"/>
                    <a:pt x="887" y="434"/>
                  </a:cubicBezTo>
                  <a:cubicBezTo>
                    <a:pt x="915" y="427"/>
                    <a:pt x="945" y="424"/>
                    <a:pt x="979" y="424"/>
                  </a:cubicBezTo>
                  <a:close/>
                  <a:moveTo>
                    <a:pt x="1212" y="1"/>
                  </a:moveTo>
                  <a:cubicBezTo>
                    <a:pt x="1123" y="1"/>
                    <a:pt x="1034" y="10"/>
                    <a:pt x="949" y="29"/>
                  </a:cubicBezTo>
                  <a:cubicBezTo>
                    <a:pt x="946" y="29"/>
                    <a:pt x="943" y="29"/>
                    <a:pt x="940" y="29"/>
                  </a:cubicBezTo>
                  <a:cubicBezTo>
                    <a:pt x="648" y="29"/>
                    <a:pt x="377" y="142"/>
                    <a:pt x="287" y="473"/>
                  </a:cubicBezTo>
                  <a:cubicBezTo>
                    <a:pt x="278" y="509"/>
                    <a:pt x="271" y="545"/>
                    <a:pt x="267" y="582"/>
                  </a:cubicBezTo>
                  <a:cubicBezTo>
                    <a:pt x="0" y="1248"/>
                    <a:pt x="562" y="2056"/>
                    <a:pt x="1250" y="2056"/>
                  </a:cubicBezTo>
                  <a:cubicBezTo>
                    <a:pt x="1356" y="2056"/>
                    <a:pt x="1466" y="2037"/>
                    <a:pt x="1575" y="1995"/>
                  </a:cubicBezTo>
                  <a:cubicBezTo>
                    <a:pt x="1776" y="1917"/>
                    <a:pt x="1943" y="1752"/>
                    <a:pt x="2063" y="1555"/>
                  </a:cubicBezTo>
                  <a:cubicBezTo>
                    <a:pt x="2267" y="1367"/>
                    <a:pt x="2377" y="1086"/>
                    <a:pt x="2288" y="738"/>
                  </a:cubicBezTo>
                  <a:cubicBezTo>
                    <a:pt x="2164" y="259"/>
                    <a:pt x="1683" y="1"/>
                    <a:pt x="12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1424724" y="3985153"/>
              <a:ext cx="104367" cy="62277"/>
            </a:xfrm>
            <a:custGeom>
              <a:avLst/>
              <a:gdLst/>
              <a:ahLst/>
              <a:cxnLst/>
              <a:rect l="l" t="t" r="r" b="b"/>
              <a:pathLst>
                <a:path w="2673" h="1595" extrusionOk="0">
                  <a:moveTo>
                    <a:pt x="1073" y="463"/>
                  </a:moveTo>
                  <a:cubicBezTo>
                    <a:pt x="1142" y="463"/>
                    <a:pt x="1209" y="471"/>
                    <a:pt x="1247" y="475"/>
                  </a:cubicBezTo>
                  <a:cubicBezTo>
                    <a:pt x="1362" y="490"/>
                    <a:pt x="1609" y="572"/>
                    <a:pt x="1806" y="679"/>
                  </a:cubicBezTo>
                  <a:cubicBezTo>
                    <a:pt x="1845" y="747"/>
                    <a:pt x="1858" y="827"/>
                    <a:pt x="1832" y="924"/>
                  </a:cubicBezTo>
                  <a:cubicBezTo>
                    <a:pt x="1783" y="1111"/>
                    <a:pt x="1634" y="1190"/>
                    <a:pt x="1468" y="1202"/>
                  </a:cubicBezTo>
                  <a:cubicBezTo>
                    <a:pt x="1461" y="1202"/>
                    <a:pt x="1453" y="1202"/>
                    <a:pt x="1445" y="1202"/>
                  </a:cubicBezTo>
                  <a:cubicBezTo>
                    <a:pt x="1411" y="1202"/>
                    <a:pt x="1376" y="1201"/>
                    <a:pt x="1342" y="1199"/>
                  </a:cubicBezTo>
                  <a:cubicBezTo>
                    <a:pt x="1210" y="1183"/>
                    <a:pt x="1078" y="1131"/>
                    <a:pt x="987" y="1062"/>
                  </a:cubicBezTo>
                  <a:cubicBezTo>
                    <a:pt x="844" y="955"/>
                    <a:pt x="723" y="688"/>
                    <a:pt x="863" y="519"/>
                  </a:cubicBezTo>
                  <a:cubicBezTo>
                    <a:pt x="899" y="475"/>
                    <a:pt x="987" y="463"/>
                    <a:pt x="1073" y="463"/>
                  </a:cubicBezTo>
                  <a:close/>
                  <a:moveTo>
                    <a:pt x="1145" y="1"/>
                  </a:moveTo>
                  <a:cubicBezTo>
                    <a:pt x="934" y="1"/>
                    <a:pt x="726" y="49"/>
                    <a:pt x="539" y="146"/>
                  </a:cubicBezTo>
                  <a:cubicBezTo>
                    <a:pt x="222" y="250"/>
                    <a:pt x="1" y="586"/>
                    <a:pt x="111" y="924"/>
                  </a:cubicBezTo>
                  <a:cubicBezTo>
                    <a:pt x="243" y="1332"/>
                    <a:pt x="785" y="1523"/>
                    <a:pt x="1167" y="1575"/>
                  </a:cubicBezTo>
                  <a:cubicBezTo>
                    <a:pt x="1198" y="1579"/>
                    <a:pt x="1229" y="1582"/>
                    <a:pt x="1262" y="1585"/>
                  </a:cubicBezTo>
                  <a:cubicBezTo>
                    <a:pt x="1309" y="1591"/>
                    <a:pt x="1356" y="1594"/>
                    <a:pt x="1403" y="1594"/>
                  </a:cubicBezTo>
                  <a:cubicBezTo>
                    <a:pt x="1418" y="1594"/>
                    <a:pt x="1433" y="1594"/>
                    <a:pt x="1448" y="1593"/>
                  </a:cubicBezTo>
                  <a:cubicBezTo>
                    <a:pt x="1453" y="1593"/>
                    <a:pt x="1458" y="1593"/>
                    <a:pt x="1463" y="1593"/>
                  </a:cubicBezTo>
                  <a:cubicBezTo>
                    <a:pt x="1822" y="1593"/>
                    <a:pt x="2249" y="1512"/>
                    <a:pt x="2448" y="1251"/>
                  </a:cubicBezTo>
                  <a:cubicBezTo>
                    <a:pt x="2672" y="956"/>
                    <a:pt x="2408" y="588"/>
                    <a:pt x="2163" y="406"/>
                  </a:cubicBezTo>
                  <a:cubicBezTo>
                    <a:pt x="2116" y="373"/>
                    <a:pt x="2062" y="340"/>
                    <a:pt x="2001" y="309"/>
                  </a:cubicBezTo>
                  <a:cubicBezTo>
                    <a:pt x="1907" y="219"/>
                    <a:pt x="1788" y="146"/>
                    <a:pt x="1659" y="96"/>
                  </a:cubicBezTo>
                  <a:cubicBezTo>
                    <a:pt x="1492" y="33"/>
                    <a:pt x="1318" y="1"/>
                    <a:pt x="1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1295292" y="4068903"/>
              <a:ext cx="112567" cy="88242"/>
            </a:xfrm>
            <a:custGeom>
              <a:avLst/>
              <a:gdLst/>
              <a:ahLst/>
              <a:cxnLst/>
              <a:rect l="l" t="t" r="r" b="b"/>
              <a:pathLst>
                <a:path w="2883" h="2260" extrusionOk="0">
                  <a:moveTo>
                    <a:pt x="568" y="945"/>
                  </a:moveTo>
                  <a:lnTo>
                    <a:pt x="568" y="945"/>
                  </a:lnTo>
                  <a:cubicBezTo>
                    <a:pt x="562" y="981"/>
                    <a:pt x="557" y="1016"/>
                    <a:pt x="554" y="1052"/>
                  </a:cubicBezTo>
                  <a:cubicBezTo>
                    <a:pt x="551" y="1016"/>
                    <a:pt x="556" y="981"/>
                    <a:pt x="568" y="945"/>
                  </a:cubicBezTo>
                  <a:close/>
                  <a:moveTo>
                    <a:pt x="1813" y="448"/>
                  </a:moveTo>
                  <a:cubicBezTo>
                    <a:pt x="2010" y="474"/>
                    <a:pt x="2232" y="559"/>
                    <a:pt x="2291" y="773"/>
                  </a:cubicBezTo>
                  <a:cubicBezTo>
                    <a:pt x="2310" y="843"/>
                    <a:pt x="2292" y="935"/>
                    <a:pt x="2255" y="1033"/>
                  </a:cubicBezTo>
                  <a:cubicBezTo>
                    <a:pt x="2131" y="1198"/>
                    <a:pt x="1920" y="1337"/>
                    <a:pt x="1770" y="1395"/>
                  </a:cubicBezTo>
                  <a:cubicBezTo>
                    <a:pt x="1639" y="1445"/>
                    <a:pt x="1494" y="1470"/>
                    <a:pt x="1348" y="1470"/>
                  </a:cubicBezTo>
                  <a:cubicBezTo>
                    <a:pt x="1216" y="1470"/>
                    <a:pt x="1083" y="1449"/>
                    <a:pt x="960" y="1407"/>
                  </a:cubicBezTo>
                  <a:cubicBezTo>
                    <a:pt x="953" y="1378"/>
                    <a:pt x="947" y="1348"/>
                    <a:pt x="944" y="1316"/>
                  </a:cubicBezTo>
                  <a:lnTo>
                    <a:pt x="945" y="1316"/>
                  </a:lnTo>
                  <a:cubicBezTo>
                    <a:pt x="925" y="1123"/>
                    <a:pt x="961" y="738"/>
                    <a:pt x="1110" y="534"/>
                  </a:cubicBezTo>
                  <a:cubicBezTo>
                    <a:pt x="1138" y="557"/>
                    <a:pt x="1174" y="571"/>
                    <a:pt x="1215" y="571"/>
                  </a:cubicBezTo>
                  <a:cubicBezTo>
                    <a:pt x="1235" y="571"/>
                    <a:pt x="1256" y="568"/>
                    <a:pt x="1278" y="561"/>
                  </a:cubicBezTo>
                  <a:cubicBezTo>
                    <a:pt x="1361" y="533"/>
                    <a:pt x="1472" y="501"/>
                    <a:pt x="1590" y="477"/>
                  </a:cubicBezTo>
                  <a:cubicBezTo>
                    <a:pt x="1613" y="486"/>
                    <a:pt x="1635" y="490"/>
                    <a:pt x="1656" y="490"/>
                  </a:cubicBezTo>
                  <a:cubicBezTo>
                    <a:pt x="1697" y="490"/>
                    <a:pt x="1735" y="475"/>
                    <a:pt x="1766" y="452"/>
                  </a:cubicBezTo>
                  <a:cubicBezTo>
                    <a:pt x="1782" y="449"/>
                    <a:pt x="1797" y="448"/>
                    <a:pt x="1813" y="448"/>
                  </a:cubicBezTo>
                  <a:close/>
                  <a:moveTo>
                    <a:pt x="1346" y="1"/>
                  </a:moveTo>
                  <a:cubicBezTo>
                    <a:pt x="1201" y="1"/>
                    <a:pt x="1074" y="53"/>
                    <a:pt x="965" y="140"/>
                  </a:cubicBezTo>
                  <a:cubicBezTo>
                    <a:pt x="687" y="231"/>
                    <a:pt x="446" y="368"/>
                    <a:pt x="312" y="536"/>
                  </a:cubicBezTo>
                  <a:cubicBezTo>
                    <a:pt x="1" y="925"/>
                    <a:pt x="128" y="1407"/>
                    <a:pt x="542" y="1653"/>
                  </a:cubicBezTo>
                  <a:cubicBezTo>
                    <a:pt x="569" y="1669"/>
                    <a:pt x="598" y="1681"/>
                    <a:pt x="626" y="1695"/>
                  </a:cubicBezTo>
                  <a:cubicBezTo>
                    <a:pt x="655" y="1773"/>
                    <a:pt x="692" y="1844"/>
                    <a:pt x="736" y="1906"/>
                  </a:cubicBezTo>
                  <a:cubicBezTo>
                    <a:pt x="916" y="2158"/>
                    <a:pt x="1129" y="2260"/>
                    <a:pt x="1347" y="2260"/>
                  </a:cubicBezTo>
                  <a:cubicBezTo>
                    <a:pt x="1823" y="2260"/>
                    <a:pt x="2322" y="1771"/>
                    <a:pt x="2550" y="1283"/>
                  </a:cubicBezTo>
                  <a:cubicBezTo>
                    <a:pt x="2754" y="1035"/>
                    <a:pt x="2883" y="729"/>
                    <a:pt x="2766" y="450"/>
                  </a:cubicBezTo>
                  <a:cubicBezTo>
                    <a:pt x="2648" y="174"/>
                    <a:pt x="2342" y="74"/>
                    <a:pt x="2015" y="61"/>
                  </a:cubicBezTo>
                  <a:cubicBezTo>
                    <a:pt x="1907" y="39"/>
                    <a:pt x="1791" y="28"/>
                    <a:pt x="1673" y="28"/>
                  </a:cubicBezTo>
                  <a:cubicBezTo>
                    <a:pt x="1632" y="28"/>
                    <a:pt x="1589" y="30"/>
                    <a:pt x="1547" y="32"/>
                  </a:cubicBezTo>
                  <a:cubicBezTo>
                    <a:pt x="1477" y="11"/>
                    <a:pt x="1410" y="1"/>
                    <a:pt x="13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1472007" y="4177641"/>
              <a:ext cx="104484" cy="91756"/>
            </a:xfrm>
            <a:custGeom>
              <a:avLst/>
              <a:gdLst/>
              <a:ahLst/>
              <a:cxnLst/>
              <a:rect l="l" t="t" r="r" b="b"/>
              <a:pathLst>
                <a:path w="2676" h="2350" extrusionOk="0">
                  <a:moveTo>
                    <a:pt x="920" y="417"/>
                  </a:moveTo>
                  <a:lnTo>
                    <a:pt x="920" y="417"/>
                  </a:lnTo>
                  <a:cubicBezTo>
                    <a:pt x="914" y="421"/>
                    <a:pt x="909" y="426"/>
                    <a:pt x="904" y="433"/>
                  </a:cubicBezTo>
                  <a:cubicBezTo>
                    <a:pt x="775" y="596"/>
                    <a:pt x="713" y="793"/>
                    <a:pt x="705" y="997"/>
                  </a:cubicBezTo>
                  <a:cubicBezTo>
                    <a:pt x="562" y="796"/>
                    <a:pt x="518" y="576"/>
                    <a:pt x="819" y="448"/>
                  </a:cubicBezTo>
                  <a:cubicBezTo>
                    <a:pt x="851" y="434"/>
                    <a:pt x="885" y="424"/>
                    <a:pt x="920" y="417"/>
                  </a:cubicBezTo>
                  <a:close/>
                  <a:moveTo>
                    <a:pt x="1149" y="412"/>
                  </a:moveTo>
                  <a:lnTo>
                    <a:pt x="1149" y="412"/>
                  </a:lnTo>
                  <a:cubicBezTo>
                    <a:pt x="1505" y="465"/>
                    <a:pt x="1880" y="772"/>
                    <a:pt x="2087" y="1085"/>
                  </a:cubicBezTo>
                  <a:cubicBezTo>
                    <a:pt x="2192" y="1450"/>
                    <a:pt x="1975" y="1580"/>
                    <a:pt x="1708" y="1580"/>
                  </a:cubicBezTo>
                  <a:cubicBezTo>
                    <a:pt x="1530" y="1580"/>
                    <a:pt x="1329" y="1523"/>
                    <a:pt x="1186" y="1438"/>
                  </a:cubicBezTo>
                  <a:cubicBezTo>
                    <a:pt x="1069" y="1194"/>
                    <a:pt x="1029" y="904"/>
                    <a:pt x="1184" y="708"/>
                  </a:cubicBezTo>
                  <a:cubicBezTo>
                    <a:pt x="1265" y="604"/>
                    <a:pt x="1227" y="479"/>
                    <a:pt x="1149" y="412"/>
                  </a:cubicBezTo>
                  <a:close/>
                  <a:moveTo>
                    <a:pt x="1121" y="1"/>
                  </a:moveTo>
                  <a:cubicBezTo>
                    <a:pt x="714" y="1"/>
                    <a:pt x="318" y="173"/>
                    <a:pt x="85" y="560"/>
                  </a:cubicBezTo>
                  <a:cubicBezTo>
                    <a:pt x="0" y="701"/>
                    <a:pt x="115" y="832"/>
                    <a:pt x="240" y="847"/>
                  </a:cubicBezTo>
                  <a:cubicBezTo>
                    <a:pt x="269" y="1018"/>
                    <a:pt x="345" y="1187"/>
                    <a:pt x="455" y="1323"/>
                  </a:cubicBezTo>
                  <a:cubicBezTo>
                    <a:pt x="570" y="1470"/>
                    <a:pt x="722" y="1611"/>
                    <a:pt x="892" y="1726"/>
                  </a:cubicBezTo>
                  <a:cubicBezTo>
                    <a:pt x="1094" y="2082"/>
                    <a:pt x="1443" y="2350"/>
                    <a:pt x="1846" y="2350"/>
                  </a:cubicBezTo>
                  <a:cubicBezTo>
                    <a:pt x="1892" y="2350"/>
                    <a:pt x="1939" y="2346"/>
                    <a:pt x="1986" y="2339"/>
                  </a:cubicBezTo>
                  <a:cubicBezTo>
                    <a:pt x="2420" y="2271"/>
                    <a:pt x="2675" y="1891"/>
                    <a:pt x="2638" y="1464"/>
                  </a:cubicBezTo>
                  <a:cubicBezTo>
                    <a:pt x="2623" y="1302"/>
                    <a:pt x="2574" y="1146"/>
                    <a:pt x="2498" y="1003"/>
                  </a:cubicBezTo>
                  <a:cubicBezTo>
                    <a:pt x="2352" y="381"/>
                    <a:pt x="1725" y="1"/>
                    <a:pt x="1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16"/>
          <p:cNvSpPr txBox="1"/>
          <p:nvPr/>
        </p:nvSpPr>
        <p:spPr>
          <a:xfrm>
            <a:off x="5333427" y="3621714"/>
            <a:ext cx="457543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o-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Surse: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o-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GPT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o-RO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" name="Google Shape;8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5117" y="1321000"/>
            <a:ext cx="1109662" cy="110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896" y="3502986"/>
            <a:ext cx="1109662" cy="110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New Yorker Aesthetic MK Plan XL by Slidesgo">
  <a:themeElements>
    <a:clrScheme name="Simple Light">
      <a:dk1>
        <a:srgbClr val="191919"/>
      </a:dk1>
      <a:lt1>
        <a:srgbClr val="FFFFFF"/>
      </a:lt1>
      <a:dk2>
        <a:srgbClr val="F2F2F2"/>
      </a:dk2>
      <a:lt2>
        <a:srgbClr val="FBB929"/>
      </a:lt2>
      <a:accent1>
        <a:srgbClr val="BAC2A7"/>
      </a:accent1>
      <a:accent2>
        <a:srgbClr val="9E9E9E"/>
      </a:accent2>
      <a:accent3>
        <a:srgbClr val="FFE8D4"/>
      </a:accent3>
      <a:accent4>
        <a:srgbClr val="A4AD8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Expunere pe ecran (16:9)</PresentationFormat>
  <Slides>16</Slides>
  <Notes>16</Notes>
  <HiddenSlides>0</HiddenSlide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17" baseType="lpstr">
      <vt:lpstr>Minimalist New Yorker Aesthetic MK Plan XL by Slidesgo</vt:lpstr>
      <vt:lpstr>BIOVERSE</vt:lpstr>
      <vt:lpstr>Descrierea companiei</vt:lpstr>
      <vt:lpstr>Misiunea și viziunea </vt:lpstr>
      <vt:lpstr>Valorile noastre:</vt:lpstr>
      <vt:lpstr>Produsele oferite</vt:lpstr>
      <vt:lpstr>Publicul țintă</vt:lpstr>
      <vt:lpstr>Analiza concurenței</vt:lpstr>
      <vt:lpstr>Strategii de promovare</vt:lpstr>
      <vt:lpstr>Structura organizațională</vt:lpstr>
      <vt:lpstr>Cum sunt realizate produsele BIOVERSE:</vt:lpstr>
      <vt:lpstr>Resurse necesare</vt:lpstr>
      <vt:lpstr> Buget estimativ</vt:lpstr>
      <vt:lpstr>Plan de dezvoltare </vt:lpstr>
      <vt:lpstr>04</vt:lpstr>
      <vt:lpstr>BIOVERSE este o companie modernă, sustenabilă și profitabilă, care aduce produse bio pentru alimentație, frumusețe și sănătate sub un singur brand puternic.  “BIOVERSE – Natură pentru tot universul tău.”</vt:lpstr>
      <vt:lpstr>Mulțumesc pentru atenție!!!!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BIOVERSE</dc:title>
  <dc:creator>Elev</dc:creator>
  <cp:lastModifiedBy>Microsoft Office User</cp:lastModifiedBy>
  <cp:revision>1</cp:revision>
  <dcterms:modified xsi:type="dcterms:W3CDTF">2026-05-26T19:05:51Z</dcterms:modified>
</cp:coreProperties>
</file>